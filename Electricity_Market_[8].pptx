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4" r:id="rId1"/>
  </p:sldMasterIdLst>
  <p:notesMasterIdLst>
    <p:notesMasterId r:id="rId15"/>
  </p:notesMasterIdLst>
  <p:sldIdLst>
    <p:sldId id="256" r:id="rId2"/>
    <p:sldId id="257" r:id="rId3"/>
    <p:sldId id="260" r:id="rId4"/>
    <p:sldId id="285" r:id="rId5"/>
    <p:sldId id="259" r:id="rId6"/>
    <p:sldId id="286" r:id="rId7"/>
    <p:sldId id="261" r:id="rId8"/>
    <p:sldId id="262" r:id="rId9"/>
    <p:sldId id="287" r:id="rId10"/>
    <p:sldId id="263" r:id="rId11"/>
    <p:sldId id="264" r:id="rId12"/>
    <p:sldId id="288" r:id="rId13"/>
    <p:sldId id="289" r:id="rId14"/>
  </p:sldIdLst>
  <p:sldSz cx="9144000" cy="5143500" type="screen16x9"/>
  <p:notesSz cx="6858000" cy="9144000"/>
  <p:embeddedFontLst>
    <p:embeddedFont>
      <p:font typeface="Mulish" panose="020B0604020202020204" charset="0"/>
      <p:regular r:id="rId16"/>
      <p:bold r:id="rId17"/>
      <p:italic r:id="rId18"/>
      <p:boldItalic r:id="rId19"/>
    </p:embeddedFont>
    <p:embeddedFont>
      <p:font typeface="Nunito Light" panose="020B0604020202020204" charset="0"/>
      <p:regular r:id="rId20"/>
      <p:italic r:id="rId2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Shreeram Kumar" initials="SK" lastIdx="1" clrIdx="0"/>
  <p:cmAuthor id="1" name="Himanshu Yadav" initials="HY" lastIdx="1" clrIdx="1">
    <p:extLst>
      <p:ext uri="{19B8F6BF-5375-455C-9EA6-DF929625EA0E}">
        <p15:presenceInfo xmlns:p15="http://schemas.microsoft.com/office/powerpoint/2012/main" userId="e24ae19c6adfbe37"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FAAA21-355A-5F3B-43E8-5DC278E521D7}" v="15" dt="2025-02-17T13:39:54.238"/>
    <p1510:client id="{13AA63D6-2DB1-F984-524E-49909C4C1CA2}" v="698" dt="2025-02-18T03:05:40.164"/>
    <p1510:client id="{14FA38E4-FA31-6069-5CFF-05DBAD941290}" v="15" dt="2025-02-17T13:57:36.784"/>
    <p1510:client id="{3AD369E7-12C8-4DE4-9216-A01155805408}" v="1" dt="2025-02-17T15:00:01.254"/>
    <p1510:client id="{50AE23EB-E6FB-69C7-EC04-2BC78A618666}" v="37" dt="2025-02-17T14:12:58.494"/>
    <p1510:client id="{74E6598F-CAC9-67CF-58B1-A6F74BAA21AB}" v="12" dt="2025-02-18T09:58:51.187"/>
    <p1510:client id="{9BABDDF2-2C7F-C209-507E-35F2994F1518}" v="91" dt="2025-02-17T18:17:48.388"/>
    <p1510:client id="{BA3E225D-5812-410C-89D4-D981FAF25F9B}" v="884" dt="2025-02-17T14:24:27.924"/>
    <p1510:client id="{D6F8DCDA-3DD3-DE23-5CFF-D2C46B714072}" v="74" dt="2025-02-17T16:40:27.382"/>
    <p1510:client id="{DB63AB4C-1E87-43D0-B5E9-C50AE9784762}" v="2" dt="2025-02-17T15:16:40.366"/>
  </p1510:revLst>
</p1510:revInfo>
</file>

<file path=ppt/tableStyles.xml><?xml version="1.0" encoding="utf-8"?>
<a:tblStyleLst xmlns:a="http://schemas.openxmlformats.org/drawingml/2006/main" def="{41BEE543-65B1-4A13-B882-748FA15F48B7}">
  <a:tblStyle styleId="{41BEE543-65B1-4A13-B882-748FA15F48B7}"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1620"/>
        <p:guide pos="2880"/>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6.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notesMaster" Target="notesMasters/notesMaster1.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commentAuthors" Target="commentAuthors.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uest User" providerId="Windows Live" clId="Web-{9BABDDF2-2C7F-C209-507E-35F2994F1518}"/>
    <pc:docChg chg="modSld">
      <pc:chgData name="Guest User" userId="" providerId="Windows Live" clId="Web-{9BABDDF2-2C7F-C209-507E-35F2994F1518}" dt="2025-02-17T18:17:46.654" v="57" actId="20577"/>
      <pc:docMkLst>
        <pc:docMk/>
      </pc:docMkLst>
      <pc:sldChg chg="modSp">
        <pc:chgData name="Guest User" userId="" providerId="Windows Live" clId="Web-{9BABDDF2-2C7F-C209-507E-35F2994F1518}" dt="2025-02-17T18:03:04.334" v="6" actId="20577"/>
        <pc:sldMkLst>
          <pc:docMk/>
          <pc:sldMk cId="0" sldId="261"/>
        </pc:sldMkLst>
        <pc:spChg chg="mod">
          <ac:chgData name="Guest User" userId="" providerId="Windows Live" clId="Web-{9BABDDF2-2C7F-C209-507E-35F2994F1518}" dt="2025-02-17T18:03:04.334" v="6" actId="20577"/>
          <ac:spMkLst>
            <pc:docMk/>
            <pc:sldMk cId="0" sldId="261"/>
            <ac:spMk id="4" creationId="{00000000-0000-0000-0000-000000000000}"/>
          </ac:spMkLst>
        </pc:spChg>
      </pc:sldChg>
      <pc:sldChg chg="modSp">
        <pc:chgData name="Guest User" userId="" providerId="Windows Live" clId="Web-{9BABDDF2-2C7F-C209-507E-35F2994F1518}" dt="2025-02-17T18:04:03.867" v="21" actId="20577"/>
        <pc:sldMkLst>
          <pc:docMk/>
          <pc:sldMk cId="0" sldId="262"/>
        </pc:sldMkLst>
        <pc:spChg chg="mod">
          <ac:chgData name="Guest User" userId="" providerId="Windows Live" clId="Web-{9BABDDF2-2C7F-C209-507E-35F2994F1518}" dt="2025-02-17T18:04:03.867" v="21" actId="20577"/>
          <ac:spMkLst>
            <pc:docMk/>
            <pc:sldMk cId="0" sldId="262"/>
            <ac:spMk id="13" creationId="{00000000-0000-0000-0000-000000000000}"/>
          </ac:spMkLst>
        </pc:spChg>
      </pc:sldChg>
      <pc:sldChg chg="modSp">
        <pc:chgData name="Guest User" userId="" providerId="Windows Live" clId="Web-{9BABDDF2-2C7F-C209-507E-35F2994F1518}" dt="2025-02-17T18:17:46.654" v="57" actId="20577"/>
        <pc:sldMkLst>
          <pc:docMk/>
          <pc:sldMk cId="0" sldId="287"/>
        </pc:sldMkLst>
        <pc:spChg chg="mod">
          <ac:chgData name="Guest User" userId="" providerId="Windows Live" clId="Web-{9BABDDF2-2C7F-C209-507E-35F2994F1518}" dt="2025-02-17T18:17:46.654" v="57" actId="20577"/>
          <ac:spMkLst>
            <pc:docMk/>
            <pc:sldMk cId="0" sldId="287"/>
            <ac:spMk id="10" creationId="{8BE43627-9957-922F-72EC-15CADAD74CED}"/>
          </ac:spMkLst>
        </pc:spChg>
      </pc:sldChg>
    </pc:docChg>
  </pc:docChgLst>
  <pc:docChgLst>
    <pc:chgData name="Guest User" providerId="Windows Live" clId="Web-{74E6598F-CAC9-67CF-58B1-A6F74BAA21AB}"/>
    <pc:docChg chg="modSld">
      <pc:chgData name="Guest User" userId="" providerId="Windows Live" clId="Web-{74E6598F-CAC9-67CF-58B1-A6F74BAA21AB}" dt="2025-02-18T09:58:49.937" v="10" actId="20577"/>
      <pc:docMkLst>
        <pc:docMk/>
      </pc:docMkLst>
      <pc:sldChg chg="modSp">
        <pc:chgData name="Guest User" userId="" providerId="Windows Live" clId="Web-{74E6598F-CAC9-67CF-58B1-A6F74BAA21AB}" dt="2025-02-18T09:58:49.937" v="10" actId="20577"/>
        <pc:sldMkLst>
          <pc:docMk/>
          <pc:sldMk cId="0" sldId="256"/>
        </pc:sldMkLst>
        <pc:spChg chg="mod">
          <ac:chgData name="Guest User" userId="" providerId="Windows Live" clId="Web-{74E6598F-CAC9-67CF-58B1-A6F74BAA21AB}" dt="2025-02-18T09:58:49.937" v="10" actId="20577"/>
          <ac:spMkLst>
            <pc:docMk/>
            <pc:sldMk cId="0" sldId="256"/>
            <ac:spMk id="8" creationId="{00000000-0000-0000-0000-000000000000}"/>
          </ac:spMkLst>
        </pc:spChg>
      </pc:sldChg>
    </pc:docChg>
  </pc:docChgLst>
  <pc:docChgLst>
    <pc:chgData name="Guest User" providerId="Windows Live" clId="Web-{D6F8DCDA-3DD3-DE23-5CFF-D2C46B714072}"/>
    <pc:docChg chg="modSld">
      <pc:chgData name="Guest User" userId="" providerId="Windows Live" clId="Web-{D6F8DCDA-3DD3-DE23-5CFF-D2C46B714072}" dt="2025-02-17T16:40:27.382" v="44" actId="1076"/>
      <pc:docMkLst>
        <pc:docMk/>
      </pc:docMkLst>
      <pc:sldChg chg="modSp">
        <pc:chgData name="Guest User" userId="" providerId="Windows Live" clId="Web-{D6F8DCDA-3DD3-DE23-5CFF-D2C46B714072}" dt="2025-02-17T16:40:27.382" v="44" actId="1076"/>
        <pc:sldMkLst>
          <pc:docMk/>
          <pc:sldMk cId="0" sldId="287"/>
        </pc:sldMkLst>
        <pc:spChg chg="mod">
          <ac:chgData name="Guest User" userId="" providerId="Windows Live" clId="Web-{D6F8DCDA-3DD3-DE23-5CFF-D2C46B714072}" dt="2025-02-17T16:40:27.382" v="44" actId="1076"/>
          <ac:spMkLst>
            <pc:docMk/>
            <pc:sldMk cId="0" sldId="287"/>
            <ac:spMk id="10" creationId="{8BE43627-9957-922F-72EC-15CADAD74CED}"/>
          </ac:spMkLst>
        </pc:spChg>
      </pc:sldChg>
    </pc:docChg>
  </pc:docChgLst>
  <pc:docChgLst>
    <pc:chgData name="Himanshu Yadav" userId="e24ae19c6adfbe37" providerId="LiveId" clId="{74DE669B-BF19-49E4-A17E-F33424587859}"/>
    <pc:docChg chg="modSld">
      <pc:chgData name="Himanshu Yadav" userId="e24ae19c6adfbe37" providerId="LiveId" clId="{74DE669B-BF19-49E4-A17E-F33424587859}" dt="2025-02-17T17:27:48.878" v="14" actId="20577"/>
      <pc:docMkLst>
        <pc:docMk/>
      </pc:docMkLst>
      <pc:sldChg chg="modSp mod">
        <pc:chgData name="Himanshu Yadav" userId="e24ae19c6adfbe37" providerId="LiveId" clId="{74DE669B-BF19-49E4-A17E-F33424587859}" dt="2025-02-17T17:27:48.878" v="14" actId="20577"/>
        <pc:sldMkLst>
          <pc:docMk/>
          <pc:sldMk cId="0" sldId="256"/>
        </pc:sldMkLst>
        <pc:spChg chg="mod">
          <ac:chgData name="Himanshu Yadav" userId="e24ae19c6adfbe37" providerId="LiveId" clId="{74DE669B-BF19-49E4-A17E-F33424587859}" dt="2025-02-17T17:27:48.878" v="14" actId="20577"/>
          <ac:spMkLst>
            <pc:docMk/>
            <pc:sldMk cId="0" sldId="256"/>
            <ac:spMk id="8" creationId="{00000000-0000-0000-0000-000000000000}"/>
          </ac:spMkLst>
        </pc:spChg>
      </pc:sldChg>
    </pc:docChg>
  </pc:docChgLst>
  <pc:docChgLst>
    <pc:chgData name="Himanshu Yadav" userId="e24ae19c6adfbe37" providerId="LiveId" clId="{876A8A22-984E-974A-AF43-21384A6D214B}"/>
    <pc:docChg chg="modSld">
      <pc:chgData name="Himanshu Yadav" userId="e24ae19c6adfbe37" providerId="LiveId" clId="{876A8A22-984E-974A-AF43-21384A6D214B}" dt="2025-02-18T08:49:56.504" v="13" actId="20577"/>
      <pc:docMkLst>
        <pc:docMk/>
      </pc:docMkLst>
      <pc:sldChg chg="modSp">
        <pc:chgData name="Himanshu Yadav" userId="e24ae19c6adfbe37" providerId="LiveId" clId="{876A8A22-984E-974A-AF43-21384A6D214B}" dt="2025-02-18T08:49:56.504" v="13" actId="20577"/>
        <pc:sldMkLst>
          <pc:docMk/>
          <pc:sldMk cId="0" sldId="261"/>
        </pc:sldMkLst>
        <pc:spChg chg="mod">
          <ac:chgData name="Himanshu Yadav" userId="e24ae19c6adfbe37" providerId="LiveId" clId="{876A8A22-984E-974A-AF43-21384A6D214B}" dt="2025-02-18T08:49:56.504" v="13" actId="20577"/>
          <ac:spMkLst>
            <pc:docMk/>
            <pc:sldMk cId="0" sldId="261"/>
            <ac:spMk id="4" creationId="{00000000-0000-0000-0000-000000000000}"/>
          </ac:spMkLst>
        </pc:spChg>
      </pc:sldChg>
    </pc:docChg>
  </pc:docChgLst>
  <pc:docChgLst>
    <pc:chgData name="Guest User" providerId="Windows Live" clId="Web-{13AA63D6-2DB1-F984-524E-49909C4C1CA2}"/>
    <pc:docChg chg="modSld sldOrd">
      <pc:chgData name="Guest User" userId="" providerId="Windows Live" clId="Web-{13AA63D6-2DB1-F984-524E-49909C4C1CA2}" dt="2025-02-18T03:05:40.164" v="480" actId="20577"/>
      <pc:docMkLst>
        <pc:docMk/>
      </pc:docMkLst>
      <pc:sldChg chg="modSp">
        <pc:chgData name="Guest User" userId="" providerId="Windows Live" clId="Web-{13AA63D6-2DB1-F984-524E-49909C4C1CA2}" dt="2025-02-18T03:04:13.382" v="457" actId="20577"/>
        <pc:sldMkLst>
          <pc:docMk/>
          <pc:sldMk cId="0" sldId="257"/>
        </pc:sldMkLst>
        <pc:spChg chg="mod">
          <ac:chgData name="Guest User" userId="" providerId="Windows Live" clId="Web-{13AA63D6-2DB1-F984-524E-49909C4C1CA2}" dt="2025-02-18T03:04:13.382" v="457" actId="20577"/>
          <ac:spMkLst>
            <pc:docMk/>
            <pc:sldMk cId="0" sldId="257"/>
            <ac:spMk id="296" creationId="{00000000-0000-0000-0000-000000000000}"/>
          </ac:spMkLst>
        </pc:spChg>
      </pc:sldChg>
      <pc:sldChg chg="modSp ord">
        <pc:chgData name="Guest User" userId="" providerId="Windows Live" clId="Web-{13AA63D6-2DB1-F984-524E-49909C4C1CA2}" dt="2025-02-18T03:00:59.305" v="401" actId="20577"/>
        <pc:sldMkLst>
          <pc:docMk/>
          <pc:sldMk cId="0" sldId="259"/>
        </pc:sldMkLst>
        <pc:spChg chg="mod">
          <ac:chgData name="Guest User" userId="" providerId="Windows Live" clId="Web-{13AA63D6-2DB1-F984-524E-49909C4C1CA2}" dt="2025-02-18T03:00:59.305" v="401" actId="20577"/>
          <ac:spMkLst>
            <pc:docMk/>
            <pc:sldMk cId="0" sldId="259"/>
            <ac:spMk id="17" creationId="{00000000-0000-0000-0000-000000000000}"/>
          </ac:spMkLst>
        </pc:spChg>
      </pc:sldChg>
      <pc:sldChg chg="modSp">
        <pc:chgData name="Guest User" userId="" providerId="Windows Live" clId="Web-{13AA63D6-2DB1-F984-524E-49909C4C1CA2}" dt="2025-02-18T03:01:51.976" v="409" actId="20577"/>
        <pc:sldMkLst>
          <pc:docMk/>
          <pc:sldMk cId="0" sldId="260"/>
        </pc:sldMkLst>
        <pc:spChg chg="mod">
          <ac:chgData name="Guest User" userId="" providerId="Windows Live" clId="Web-{13AA63D6-2DB1-F984-524E-49909C4C1CA2}" dt="2025-02-18T03:01:51.976" v="409" actId="20577"/>
          <ac:spMkLst>
            <pc:docMk/>
            <pc:sldMk cId="0" sldId="260"/>
            <ac:spMk id="5" creationId="{00000000-0000-0000-0000-000000000000}"/>
          </ac:spMkLst>
        </pc:spChg>
        <pc:spChg chg="mod">
          <ac:chgData name="Guest User" userId="" providerId="Windows Live" clId="Web-{13AA63D6-2DB1-F984-524E-49909C4C1CA2}" dt="2025-02-18T02:25:30.082" v="62" actId="1076"/>
          <ac:spMkLst>
            <pc:docMk/>
            <pc:sldMk cId="0" sldId="260"/>
            <ac:spMk id="7" creationId="{ACF703FD-EFD3-6AC3-AFA8-E0CE157359F9}"/>
          </ac:spMkLst>
        </pc:spChg>
        <pc:picChg chg="mod">
          <ac:chgData name="Guest User" userId="" providerId="Windows Live" clId="Web-{13AA63D6-2DB1-F984-524E-49909C4C1CA2}" dt="2025-02-18T02:25:09.675" v="61" actId="14100"/>
          <ac:picMkLst>
            <pc:docMk/>
            <pc:sldMk cId="0" sldId="260"/>
            <ac:picMk id="4" creationId="{3D17D62C-5864-B6FA-E91C-2115F8E56A55}"/>
          </ac:picMkLst>
        </pc:picChg>
      </pc:sldChg>
      <pc:sldChg chg="addSp delSp modSp ord">
        <pc:chgData name="Guest User" userId="" providerId="Windows Live" clId="Web-{13AA63D6-2DB1-F984-524E-49909C4C1CA2}" dt="2025-02-18T03:03:53.257" v="454" actId="20577"/>
        <pc:sldMkLst>
          <pc:docMk/>
          <pc:sldMk cId="0" sldId="285"/>
        </pc:sldMkLst>
        <pc:spChg chg="del mod">
          <ac:chgData name="Guest User" userId="" providerId="Windows Live" clId="Web-{13AA63D6-2DB1-F984-524E-49909C4C1CA2}" dt="2025-02-18T02:24:15.973" v="12"/>
          <ac:spMkLst>
            <pc:docMk/>
            <pc:sldMk cId="0" sldId="285"/>
            <ac:spMk id="2" creationId="{5D929BB2-D928-FCED-4D3B-C646E2BBE335}"/>
          </ac:spMkLst>
        </pc:spChg>
        <pc:spChg chg="add mod">
          <ac:chgData name="Guest User" userId="" providerId="Windows Live" clId="Web-{13AA63D6-2DB1-F984-524E-49909C4C1CA2}" dt="2025-02-18T02:45:25.278" v="263" actId="1076"/>
          <ac:spMkLst>
            <pc:docMk/>
            <pc:sldMk cId="0" sldId="285"/>
            <ac:spMk id="4" creationId="{FDB2E089-34F8-E3A3-463C-FDE0F1010EBC}"/>
          </ac:spMkLst>
        </pc:spChg>
        <pc:spChg chg="mod">
          <ac:chgData name="Guest User" userId="" providerId="Windows Live" clId="Web-{13AA63D6-2DB1-F984-524E-49909C4C1CA2}" dt="2025-02-18T03:03:53.257" v="454" actId="20577"/>
          <ac:spMkLst>
            <pc:docMk/>
            <pc:sldMk cId="0" sldId="285"/>
            <ac:spMk id="11" creationId="{00000000-0000-0000-0000-000000000000}"/>
          </ac:spMkLst>
        </pc:spChg>
        <pc:spChg chg="del mod">
          <ac:chgData name="Guest User" userId="" providerId="Windows Live" clId="Web-{13AA63D6-2DB1-F984-524E-49909C4C1CA2}" dt="2025-02-18T02:38:09.374" v="156"/>
          <ac:spMkLst>
            <pc:docMk/>
            <pc:sldMk cId="0" sldId="285"/>
            <ac:spMk id="13" creationId="{00000000-0000-0000-0000-000000000000}"/>
          </ac:spMkLst>
        </pc:spChg>
        <pc:spChg chg="add mod">
          <ac:chgData name="Guest User" userId="" providerId="Windows Live" clId="Web-{13AA63D6-2DB1-F984-524E-49909C4C1CA2}" dt="2025-02-18T02:42:53.607" v="222" actId="1076"/>
          <ac:spMkLst>
            <pc:docMk/>
            <pc:sldMk cId="0" sldId="285"/>
            <ac:spMk id="14" creationId="{FFCC568A-65DA-2CBB-ADA3-04010A1B6F70}"/>
          </ac:spMkLst>
        </pc:spChg>
        <pc:spChg chg="add mod">
          <ac:chgData name="Guest User" userId="" providerId="Windows Live" clId="Web-{13AA63D6-2DB1-F984-524E-49909C4C1CA2}" dt="2025-02-18T02:48:36.793" v="301" actId="1076"/>
          <ac:spMkLst>
            <pc:docMk/>
            <pc:sldMk cId="0" sldId="285"/>
            <ac:spMk id="15" creationId="{BD5C2954-20A6-8850-FEDB-297D8B15985B}"/>
          </ac:spMkLst>
        </pc:spChg>
        <pc:spChg chg="add mod">
          <ac:chgData name="Guest User" userId="" providerId="Windows Live" clId="Web-{13AA63D6-2DB1-F984-524E-49909C4C1CA2}" dt="2025-02-18T02:44:17.107" v="244" actId="1076"/>
          <ac:spMkLst>
            <pc:docMk/>
            <pc:sldMk cId="0" sldId="285"/>
            <ac:spMk id="16" creationId="{22EA0273-FF7F-DEBD-05DD-F3430F33514F}"/>
          </ac:spMkLst>
        </pc:spChg>
        <pc:spChg chg="add mod">
          <ac:chgData name="Guest User" userId="" providerId="Windows Live" clId="Web-{13AA63D6-2DB1-F984-524E-49909C4C1CA2}" dt="2025-02-18T02:49:27.887" v="308" actId="20577"/>
          <ac:spMkLst>
            <pc:docMk/>
            <pc:sldMk cId="0" sldId="285"/>
            <ac:spMk id="17" creationId="{689EC0F9-1124-483E-972E-46C5A57BD9A0}"/>
          </ac:spMkLst>
        </pc:spChg>
        <pc:spChg chg="add mod">
          <ac:chgData name="Guest User" userId="" providerId="Windows Live" clId="Web-{13AA63D6-2DB1-F984-524E-49909C4C1CA2}" dt="2025-02-18T02:45:49.153" v="265" actId="1076"/>
          <ac:spMkLst>
            <pc:docMk/>
            <pc:sldMk cId="0" sldId="285"/>
            <ac:spMk id="18" creationId="{8F9BEABE-08FF-1107-2A51-F37333C21FDD}"/>
          </ac:spMkLst>
        </pc:spChg>
        <pc:spChg chg="add mod">
          <ac:chgData name="Guest User" userId="" providerId="Windows Live" clId="Web-{13AA63D6-2DB1-F984-524E-49909C4C1CA2}" dt="2025-02-18T02:49:10.715" v="304" actId="14100"/>
          <ac:spMkLst>
            <pc:docMk/>
            <pc:sldMk cId="0" sldId="285"/>
            <ac:spMk id="19" creationId="{C7351E07-33A4-C5D8-DDE6-C43986E45B81}"/>
          </ac:spMkLst>
        </pc:spChg>
        <pc:spChg chg="add mod">
          <ac:chgData name="Guest User" userId="" providerId="Windows Live" clId="Web-{13AA63D6-2DB1-F984-524E-49909C4C1CA2}" dt="2025-02-18T02:47:30.309" v="281" actId="1076"/>
          <ac:spMkLst>
            <pc:docMk/>
            <pc:sldMk cId="0" sldId="285"/>
            <ac:spMk id="20" creationId="{DEC59847-52B8-65A4-1504-32C2C317BDCC}"/>
          </ac:spMkLst>
        </pc:spChg>
        <pc:spChg chg="add mod">
          <ac:chgData name="Guest User" userId="" providerId="Windows Live" clId="Web-{13AA63D6-2DB1-F984-524E-49909C4C1CA2}" dt="2025-02-18T02:48:53.434" v="303" actId="1076"/>
          <ac:spMkLst>
            <pc:docMk/>
            <pc:sldMk cId="0" sldId="285"/>
            <ac:spMk id="21" creationId="{CE8F7049-B6C7-A87C-1D4D-22DC375AA9B9}"/>
          </ac:spMkLst>
        </pc:spChg>
        <pc:spChg chg="add mod">
          <ac:chgData name="Guest User" userId="" providerId="Windows Live" clId="Web-{13AA63D6-2DB1-F984-524E-49909C4C1CA2}" dt="2025-02-18T03:03:35.023" v="451" actId="20577"/>
          <ac:spMkLst>
            <pc:docMk/>
            <pc:sldMk cId="0" sldId="285"/>
            <ac:spMk id="22" creationId="{2521FB8F-0E90-3F16-869A-7562EC388DDF}"/>
          </ac:spMkLst>
        </pc:spChg>
        <pc:graphicFrameChg chg="add del mod modGraphic">
          <ac:chgData name="Guest User" userId="" providerId="Windows Live" clId="Web-{13AA63D6-2DB1-F984-524E-49909C4C1CA2}" dt="2025-02-18T02:42:12.514" v="220"/>
          <ac:graphicFrameMkLst>
            <pc:docMk/>
            <pc:sldMk cId="0" sldId="285"/>
            <ac:graphicFrameMk id="5" creationId="{EB67D720-BD5E-BCEB-EF7E-71DBC7056D4C}"/>
          </ac:graphicFrameMkLst>
        </pc:graphicFrameChg>
        <pc:picChg chg="del">
          <ac:chgData name="Guest User" userId="" providerId="Windows Live" clId="Web-{13AA63D6-2DB1-F984-524E-49909C4C1CA2}" dt="2025-02-18T02:24:08.113" v="2"/>
          <ac:picMkLst>
            <pc:docMk/>
            <pc:sldMk cId="0" sldId="285"/>
            <ac:picMk id="12" creationId="{00000000-0000-0000-0000-000000000000}"/>
          </ac:picMkLst>
        </pc:picChg>
      </pc:sldChg>
      <pc:sldChg chg="modSp">
        <pc:chgData name="Guest User" userId="" providerId="Windows Live" clId="Web-{13AA63D6-2DB1-F984-524E-49909C4C1CA2}" dt="2025-02-18T03:05:40.164" v="480" actId="20577"/>
        <pc:sldMkLst>
          <pc:docMk/>
          <pc:sldMk cId="0" sldId="286"/>
        </pc:sldMkLst>
        <pc:spChg chg="mod">
          <ac:chgData name="Guest User" userId="" providerId="Windows Live" clId="Web-{13AA63D6-2DB1-F984-524E-49909C4C1CA2}" dt="2025-02-18T03:05:29.008" v="478" actId="20577"/>
          <ac:spMkLst>
            <pc:docMk/>
            <pc:sldMk cId="0" sldId="286"/>
            <ac:spMk id="3" creationId="{00000000-0000-0000-0000-000000000000}"/>
          </ac:spMkLst>
        </pc:spChg>
        <pc:spChg chg="mod">
          <ac:chgData name="Guest User" userId="" providerId="Windows Live" clId="Web-{13AA63D6-2DB1-F984-524E-49909C4C1CA2}" dt="2025-02-18T03:05:40.164" v="480" actId="20577"/>
          <ac:spMkLst>
            <pc:docMk/>
            <pc:sldMk cId="0" sldId="286"/>
            <ac:spMk id="42"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1"/>
        <p:cNvGrpSpPr/>
        <p:nvPr/>
      </p:nvGrpSpPr>
      <p:grpSpPr>
        <a:xfrm>
          <a:off x="0" y="0"/>
          <a:ext cx="0" cy="0"/>
          <a:chOff x="0" y="0"/>
          <a:chExt cx="0" cy="0"/>
        </a:xfrm>
      </p:grpSpPr>
      <p:sp>
        <p:nvSpPr>
          <p:cNvPr id="282" name="Google Shape;282;gd431007ba2_0_2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3" name="Google Shape;283;gd431007ba2_0_2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g133f6155f6d_0_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3" name="Google Shape;293;g133f6155f6d_0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g133f6155f6d_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9" name="Google Shape;339;g133f6155f6d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5"/>
        <p:cNvGrpSpPr/>
        <p:nvPr/>
      </p:nvGrpSpPr>
      <p:grpSpPr>
        <a:xfrm>
          <a:off x="0" y="0"/>
          <a:ext cx="0" cy="0"/>
          <a:chOff x="0" y="0"/>
          <a:chExt cx="0" cy="0"/>
        </a:xfrm>
      </p:grpSpPr>
      <p:sp>
        <p:nvSpPr>
          <p:cNvPr id="326" name="Google Shape;326;g2161ca7da69_2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7" name="Google Shape;327;g2161ca7da69_2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9"/>
        <p:cNvGrpSpPr/>
        <p:nvPr/>
      </p:nvGrpSpPr>
      <p:grpSpPr>
        <a:xfrm>
          <a:off x="0" y="0"/>
          <a:ext cx="0" cy="0"/>
          <a:chOff x="0" y="0"/>
          <a:chExt cx="0" cy="0"/>
        </a:xfrm>
      </p:grpSpPr>
      <p:sp>
        <p:nvSpPr>
          <p:cNvPr id="350" name="Google Shape;350;ged9256fe6f_0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1" name="Google Shape;351;ged9256fe6f_0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8"/>
        <p:cNvGrpSpPr/>
        <p:nvPr/>
      </p:nvGrpSpPr>
      <p:grpSpPr>
        <a:xfrm>
          <a:off x="0" y="0"/>
          <a:ext cx="0" cy="0"/>
          <a:chOff x="0" y="0"/>
          <a:chExt cx="0" cy="0"/>
        </a:xfrm>
      </p:grpSpPr>
      <p:sp>
        <p:nvSpPr>
          <p:cNvPr id="359" name="Google Shape;359;g1dd46dd1d67_2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0" name="Google Shape;360;g1dd46dd1d67_2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5"/>
        <p:cNvGrpSpPr/>
        <p:nvPr/>
      </p:nvGrpSpPr>
      <p:grpSpPr>
        <a:xfrm>
          <a:off x="0" y="0"/>
          <a:ext cx="0" cy="0"/>
          <a:chOff x="0" y="0"/>
          <a:chExt cx="0" cy="0"/>
        </a:xfrm>
      </p:grpSpPr>
      <p:sp>
        <p:nvSpPr>
          <p:cNvPr id="366" name="Google Shape;366;g1dd46dd1d67_2_1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7" name="Google Shape;367;g1dd46dd1d67_2_1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6"/>
        <p:cNvGrpSpPr/>
        <p:nvPr/>
      </p:nvGrpSpPr>
      <p:grpSpPr>
        <a:xfrm>
          <a:off x="0" y="0"/>
          <a:ext cx="0" cy="0"/>
          <a:chOff x="0" y="0"/>
          <a:chExt cx="0" cy="0"/>
        </a:xfrm>
      </p:grpSpPr>
      <p:sp>
        <p:nvSpPr>
          <p:cNvPr id="377" name="Google Shape;377;g1dd46dd1d67_2_6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8" name="Google Shape;378;g1dd46dd1d67_2_6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lt1"/>
        </a:solidFill>
        <a:effectLst/>
      </p:bgPr>
    </p:bg>
    <p:spTree>
      <p:nvGrpSpPr>
        <p:cNvPr id="1" name="Shape 9"/>
        <p:cNvGrpSpPr/>
        <p:nvPr/>
      </p:nvGrpSpPr>
      <p:grpSpPr>
        <a:xfrm>
          <a:off x="0" y="0"/>
          <a:ext cx="0" cy="0"/>
          <a:chOff x="0" y="0"/>
          <a:chExt cx="0" cy="0"/>
        </a:xfrm>
      </p:grpSpPr>
      <p:sp>
        <p:nvSpPr>
          <p:cNvPr id="10" name="Google Shape;10;p2"/>
          <p:cNvSpPr/>
          <p:nvPr/>
        </p:nvSpPr>
        <p:spPr>
          <a:xfrm>
            <a:off x="145950" y="149100"/>
            <a:ext cx="8852100" cy="48453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2"/>
          <p:cNvSpPr txBox="1">
            <a:spLocks noGrp="1"/>
          </p:cNvSpPr>
          <p:nvPr>
            <p:ph type="ctrTitle"/>
          </p:nvPr>
        </p:nvSpPr>
        <p:spPr>
          <a:xfrm>
            <a:off x="1609200" y="1424875"/>
            <a:ext cx="5925600" cy="2079300"/>
          </a:xfrm>
          <a:prstGeom prst="rect">
            <a:avLst/>
          </a:prstGeom>
          <a:noFill/>
        </p:spPr>
        <p:txBody>
          <a:bodyPr spcFirstLastPara="1" wrap="square" lIns="91425" tIns="91425" rIns="91425" bIns="91425" anchor="ctr" anchorCtr="0">
            <a:noAutofit/>
          </a:bodyPr>
          <a:lstStyle>
            <a:lvl1pPr lvl="0" algn="ctr">
              <a:lnSpc>
                <a:spcPct val="115000"/>
              </a:lnSpc>
              <a:spcBef>
                <a:spcPts val="0"/>
              </a:spcBef>
              <a:spcAft>
                <a:spcPts val="0"/>
              </a:spcAft>
              <a:buSzPts val="5200"/>
              <a:buNone/>
              <a:defRPr sz="7200" b="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2" name="Google Shape;12;p2"/>
          <p:cNvSpPr txBox="1">
            <a:spLocks noGrp="1"/>
          </p:cNvSpPr>
          <p:nvPr>
            <p:ph type="subTitle" idx="1"/>
          </p:nvPr>
        </p:nvSpPr>
        <p:spPr>
          <a:xfrm>
            <a:off x="1609200" y="3573775"/>
            <a:ext cx="5942700" cy="4758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Clr>
                <a:schemeClr val="dk1"/>
              </a:buClr>
              <a:buSzPts val="1400"/>
              <a:buNone/>
              <a:defRPr sz="1600"/>
            </a:lvl1pPr>
            <a:lvl2pPr lvl="1" algn="ctr">
              <a:lnSpc>
                <a:spcPct val="100000"/>
              </a:lnSpc>
              <a:spcBef>
                <a:spcPts val="0"/>
              </a:spcBef>
              <a:spcAft>
                <a:spcPts val="0"/>
              </a:spcAft>
              <a:buClr>
                <a:schemeClr val="dk1"/>
              </a:buClr>
              <a:buSzPts val="1800"/>
              <a:buNone/>
              <a:defRPr sz="1800">
                <a:solidFill>
                  <a:schemeClr val="dk1"/>
                </a:solidFill>
              </a:defRPr>
            </a:lvl2pPr>
            <a:lvl3pPr lvl="2" algn="ctr">
              <a:lnSpc>
                <a:spcPct val="100000"/>
              </a:lnSpc>
              <a:spcBef>
                <a:spcPts val="0"/>
              </a:spcBef>
              <a:spcAft>
                <a:spcPts val="0"/>
              </a:spcAft>
              <a:buClr>
                <a:schemeClr val="dk1"/>
              </a:buClr>
              <a:buSzPts val="1800"/>
              <a:buNone/>
              <a:defRPr sz="1800">
                <a:solidFill>
                  <a:schemeClr val="dk1"/>
                </a:solidFill>
              </a:defRPr>
            </a:lvl3pPr>
            <a:lvl4pPr lvl="3" algn="ctr">
              <a:lnSpc>
                <a:spcPct val="100000"/>
              </a:lnSpc>
              <a:spcBef>
                <a:spcPts val="0"/>
              </a:spcBef>
              <a:spcAft>
                <a:spcPts val="0"/>
              </a:spcAft>
              <a:buClr>
                <a:schemeClr val="dk1"/>
              </a:buClr>
              <a:buSzPts val="1800"/>
              <a:buNone/>
              <a:defRPr sz="1800">
                <a:solidFill>
                  <a:schemeClr val="dk1"/>
                </a:solidFill>
              </a:defRPr>
            </a:lvl4pPr>
            <a:lvl5pPr lvl="4" algn="ctr">
              <a:lnSpc>
                <a:spcPct val="100000"/>
              </a:lnSpc>
              <a:spcBef>
                <a:spcPts val="0"/>
              </a:spcBef>
              <a:spcAft>
                <a:spcPts val="0"/>
              </a:spcAft>
              <a:buClr>
                <a:schemeClr val="dk1"/>
              </a:buClr>
              <a:buSzPts val="1800"/>
              <a:buNone/>
              <a:defRPr sz="1800">
                <a:solidFill>
                  <a:schemeClr val="dk1"/>
                </a:solidFill>
              </a:defRPr>
            </a:lvl5pPr>
            <a:lvl6pPr lvl="5" algn="ctr">
              <a:lnSpc>
                <a:spcPct val="100000"/>
              </a:lnSpc>
              <a:spcBef>
                <a:spcPts val="0"/>
              </a:spcBef>
              <a:spcAft>
                <a:spcPts val="0"/>
              </a:spcAft>
              <a:buClr>
                <a:schemeClr val="dk1"/>
              </a:buClr>
              <a:buSzPts val="1800"/>
              <a:buNone/>
              <a:defRPr sz="1800">
                <a:solidFill>
                  <a:schemeClr val="dk1"/>
                </a:solidFill>
              </a:defRPr>
            </a:lvl6pPr>
            <a:lvl7pPr lvl="6" algn="ctr">
              <a:lnSpc>
                <a:spcPct val="100000"/>
              </a:lnSpc>
              <a:spcBef>
                <a:spcPts val="0"/>
              </a:spcBef>
              <a:spcAft>
                <a:spcPts val="0"/>
              </a:spcAft>
              <a:buClr>
                <a:schemeClr val="dk1"/>
              </a:buClr>
              <a:buSzPts val="1800"/>
              <a:buNone/>
              <a:defRPr sz="1800">
                <a:solidFill>
                  <a:schemeClr val="dk1"/>
                </a:solidFill>
              </a:defRPr>
            </a:lvl7pPr>
            <a:lvl8pPr lvl="7" algn="ctr">
              <a:lnSpc>
                <a:spcPct val="100000"/>
              </a:lnSpc>
              <a:spcBef>
                <a:spcPts val="0"/>
              </a:spcBef>
              <a:spcAft>
                <a:spcPts val="0"/>
              </a:spcAft>
              <a:buClr>
                <a:schemeClr val="dk1"/>
              </a:buClr>
              <a:buSzPts val="1800"/>
              <a:buNone/>
              <a:defRPr sz="1800">
                <a:solidFill>
                  <a:schemeClr val="dk1"/>
                </a:solidFill>
              </a:defRPr>
            </a:lvl8pPr>
            <a:lvl9pPr lvl="8" algn="ctr">
              <a:lnSpc>
                <a:spcPct val="100000"/>
              </a:lnSpc>
              <a:spcBef>
                <a:spcPts val="0"/>
              </a:spcBef>
              <a:spcAft>
                <a:spcPts val="0"/>
              </a:spcAft>
              <a:buClr>
                <a:schemeClr val="dk1"/>
              </a:buClr>
              <a:buSzPts val="1800"/>
              <a:buNone/>
              <a:defRPr sz="1800">
                <a:solidFill>
                  <a:schemeClr val="dk1"/>
                </a:solidFill>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lt1"/>
        </a:solidFill>
        <a:effectLst/>
      </p:bgPr>
    </p:bg>
    <p:spTree>
      <p:nvGrpSpPr>
        <p:cNvPr id="1" name="Shape 13"/>
        <p:cNvGrpSpPr/>
        <p:nvPr/>
      </p:nvGrpSpPr>
      <p:grpSpPr>
        <a:xfrm>
          <a:off x="0" y="0"/>
          <a:ext cx="0" cy="0"/>
          <a:chOff x="0" y="0"/>
          <a:chExt cx="0" cy="0"/>
        </a:xfrm>
      </p:grpSpPr>
      <p:sp>
        <p:nvSpPr>
          <p:cNvPr id="14" name="Google Shape;14;p3"/>
          <p:cNvSpPr/>
          <p:nvPr/>
        </p:nvSpPr>
        <p:spPr>
          <a:xfrm>
            <a:off x="145950" y="149100"/>
            <a:ext cx="8852100" cy="48453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3"/>
          <p:cNvSpPr txBox="1">
            <a:spLocks noGrp="1"/>
          </p:cNvSpPr>
          <p:nvPr>
            <p:ph type="title"/>
          </p:nvPr>
        </p:nvSpPr>
        <p:spPr>
          <a:xfrm>
            <a:off x="3579950" y="1854500"/>
            <a:ext cx="3604800" cy="841800"/>
          </a:xfrm>
          <a:prstGeom prst="rect">
            <a:avLst/>
          </a:prstGeom>
        </p:spPr>
        <p:txBody>
          <a:bodyPr spcFirstLastPara="1" wrap="square" lIns="91425" tIns="91425" rIns="91425" bIns="91425" anchor="ctr" anchorCtr="0">
            <a:noAutofit/>
          </a:bodyPr>
          <a:lstStyle>
            <a:lvl1pPr lvl="0" algn="ctr">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6" name="Google Shape;16;p3"/>
          <p:cNvSpPr txBox="1">
            <a:spLocks noGrp="1"/>
          </p:cNvSpPr>
          <p:nvPr>
            <p:ph type="title" idx="2" hasCustomPrompt="1"/>
          </p:nvPr>
        </p:nvSpPr>
        <p:spPr>
          <a:xfrm>
            <a:off x="1959250" y="1854500"/>
            <a:ext cx="1189800" cy="841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6000">
                <a:solidFill>
                  <a:schemeClr val="dk2"/>
                </a:solidFill>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17" name="Google Shape;17;p3"/>
          <p:cNvSpPr txBox="1">
            <a:spLocks noGrp="1"/>
          </p:cNvSpPr>
          <p:nvPr>
            <p:ph type="subTitle" idx="1"/>
          </p:nvPr>
        </p:nvSpPr>
        <p:spPr>
          <a:xfrm>
            <a:off x="1959250" y="2939075"/>
            <a:ext cx="5225400" cy="4467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400"/>
              <a:buNone/>
              <a:defRPr/>
            </a:lvl1pPr>
            <a:lvl2pPr lvl="1" algn="ctr" rtl="0">
              <a:lnSpc>
                <a:spcPct val="100000"/>
              </a:lnSpc>
              <a:spcBef>
                <a:spcPts val="1600"/>
              </a:spcBef>
              <a:spcAft>
                <a:spcPts val="0"/>
              </a:spcAft>
              <a:buClr>
                <a:schemeClr val="dk1"/>
              </a:buClr>
              <a:buSzPts val="1400"/>
              <a:buNone/>
              <a:defRPr>
                <a:solidFill>
                  <a:schemeClr val="dk1"/>
                </a:solidFill>
              </a:defRPr>
            </a:lvl2pPr>
            <a:lvl3pPr lvl="2" algn="ctr" rtl="0">
              <a:lnSpc>
                <a:spcPct val="100000"/>
              </a:lnSpc>
              <a:spcBef>
                <a:spcPts val="1600"/>
              </a:spcBef>
              <a:spcAft>
                <a:spcPts val="0"/>
              </a:spcAft>
              <a:buClr>
                <a:schemeClr val="dk1"/>
              </a:buClr>
              <a:buSzPts val="1400"/>
              <a:buNone/>
              <a:defRPr>
                <a:solidFill>
                  <a:schemeClr val="dk1"/>
                </a:solidFill>
              </a:defRPr>
            </a:lvl3pPr>
            <a:lvl4pPr lvl="3" algn="ctr" rtl="0">
              <a:lnSpc>
                <a:spcPct val="100000"/>
              </a:lnSpc>
              <a:spcBef>
                <a:spcPts val="1600"/>
              </a:spcBef>
              <a:spcAft>
                <a:spcPts val="0"/>
              </a:spcAft>
              <a:buClr>
                <a:schemeClr val="dk1"/>
              </a:buClr>
              <a:buSzPts val="1400"/>
              <a:buNone/>
              <a:defRPr>
                <a:solidFill>
                  <a:schemeClr val="dk1"/>
                </a:solidFill>
              </a:defRPr>
            </a:lvl4pPr>
            <a:lvl5pPr lvl="4" algn="ctr" rtl="0">
              <a:lnSpc>
                <a:spcPct val="100000"/>
              </a:lnSpc>
              <a:spcBef>
                <a:spcPts val="1600"/>
              </a:spcBef>
              <a:spcAft>
                <a:spcPts val="0"/>
              </a:spcAft>
              <a:buClr>
                <a:schemeClr val="dk1"/>
              </a:buClr>
              <a:buSzPts val="1400"/>
              <a:buNone/>
              <a:defRPr>
                <a:solidFill>
                  <a:schemeClr val="dk1"/>
                </a:solidFill>
              </a:defRPr>
            </a:lvl5pPr>
            <a:lvl6pPr lvl="5" algn="ctr" rtl="0">
              <a:lnSpc>
                <a:spcPct val="100000"/>
              </a:lnSpc>
              <a:spcBef>
                <a:spcPts val="1600"/>
              </a:spcBef>
              <a:spcAft>
                <a:spcPts val="0"/>
              </a:spcAft>
              <a:buClr>
                <a:schemeClr val="dk1"/>
              </a:buClr>
              <a:buSzPts val="1400"/>
              <a:buNone/>
              <a:defRPr>
                <a:solidFill>
                  <a:schemeClr val="dk1"/>
                </a:solidFill>
              </a:defRPr>
            </a:lvl6pPr>
            <a:lvl7pPr lvl="6" algn="ctr" rtl="0">
              <a:lnSpc>
                <a:spcPct val="100000"/>
              </a:lnSpc>
              <a:spcBef>
                <a:spcPts val="1600"/>
              </a:spcBef>
              <a:spcAft>
                <a:spcPts val="0"/>
              </a:spcAft>
              <a:buClr>
                <a:schemeClr val="dk1"/>
              </a:buClr>
              <a:buSzPts val="1400"/>
              <a:buNone/>
              <a:defRPr>
                <a:solidFill>
                  <a:schemeClr val="dk1"/>
                </a:solidFill>
              </a:defRPr>
            </a:lvl7pPr>
            <a:lvl8pPr lvl="7" algn="ctr" rtl="0">
              <a:lnSpc>
                <a:spcPct val="100000"/>
              </a:lnSpc>
              <a:spcBef>
                <a:spcPts val="1600"/>
              </a:spcBef>
              <a:spcAft>
                <a:spcPts val="0"/>
              </a:spcAft>
              <a:buClr>
                <a:schemeClr val="dk1"/>
              </a:buClr>
              <a:buSzPts val="1400"/>
              <a:buNone/>
              <a:defRPr>
                <a:solidFill>
                  <a:schemeClr val="dk1"/>
                </a:solidFill>
              </a:defRPr>
            </a:lvl8pPr>
            <a:lvl9pPr lvl="8" algn="ctr" rtl="0">
              <a:lnSpc>
                <a:spcPct val="100000"/>
              </a:lnSpc>
              <a:spcBef>
                <a:spcPts val="1600"/>
              </a:spcBef>
              <a:spcAft>
                <a:spcPts val="1600"/>
              </a:spcAft>
              <a:buClr>
                <a:schemeClr val="dk1"/>
              </a:buClr>
              <a:buSzPts val="1400"/>
              <a:buNone/>
              <a:defRPr>
                <a:solidFill>
                  <a:schemeClr val="dk1"/>
                </a:solidFill>
              </a:defRPr>
            </a:lvl9pPr>
          </a:lstStyle>
          <a:p>
            <a:endParaRPr/>
          </a:p>
        </p:txBody>
      </p:sp>
      <p:cxnSp>
        <p:nvCxnSpPr>
          <p:cNvPr id="18" name="Google Shape;18;p3"/>
          <p:cNvCxnSpPr/>
          <p:nvPr/>
        </p:nvCxnSpPr>
        <p:spPr>
          <a:xfrm rot="10800000">
            <a:off x="8761325" y="2079300"/>
            <a:ext cx="0" cy="984900"/>
          </a:xfrm>
          <a:prstGeom prst="straightConnector1">
            <a:avLst/>
          </a:prstGeom>
          <a:noFill/>
          <a:ln w="19050" cap="flat" cmpd="sng">
            <a:solidFill>
              <a:schemeClr val="lt1"/>
            </a:solidFill>
            <a:prstDash val="solid"/>
            <a:round/>
            <a:headEnd type="oval" w="med" len="med"/>
            <a:tailEnd type="oval" w="med" len="med"/>
          </a:ln>
        </p:spPr>
      </p:cxnSp>
      <p:cxnSp>
        <p:nvCxnSpPr>
          <p:cNvPr id="19" name="Google Shape;19;p3"/>
          <p:cNvCxnSpPr/>
          <p:nvPr/>
        </p:nvCxnSpPr>
        <p:spPr>
          <a:xfrm>
            <a:off x="382625" y="339563"/>
            <a:ext cx="3803400" cy="0"/>
          </a:xfrm>
          <a:prstGeom prst="straightConnector1">
            <a:avLst/>
          </a:prstGeom>
          <a:noFill/>
          <a:ln w="19050" cap="flat" cmpd="sng">
            <a:solidFill>
              <a:schemeClr val="lt1"/>
            </a:solidFill>
            <a:prstDash val="solid"/>
            <a:round/>
            <a:headEnd type="oval" w="med" len="med"/>
            <a:tailEnd type="none" w="med" len="med"/>
          </a:ln>
        </p:spPr>
      </p:cxnSp>
      <p:sp>
        <p:nvSpPr>
          <p:cNvPr id="20" name="Google Shape;20;p3"/>
          <p:cNvSpPr/>
          <p:nvPr/>
        </p:nvSpPr>
        <p:spPr>
          <a:xfrm>
            <a:off x="4452300" y="219875"/>
            <a:ext cx="239400" cy="239400"/>
          </a:xfrm>
          <a:prstGeom prst="star4">
            <a:avLst>
              <a:gd name="adj" fmla="val 15727"/>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1" name="Google Shape;21;p3"/>
          <p:cNvCxnSpPr/>
          <p:nvPr/>
        </p:nvCxnSpPr>
        <p:spPr>
          <a:xfrm>
            <a:off x="4957925" y="339563"/>
            <a:ext cx="3803400" cy="0"/>
          </a:xfrm>
          <a:prstGeom prst="straightConnector1">
            <a:avLst/>
          </a:prstGeom>
          <a:noFill/>
          <a:ln w="19050" cap="flat" cmpd="sng">
            <a:solidFill>
              <a:schemeClr val="lt1"/>
            </a:solidFill>
            <a:prstDash val="solid"/>
            <a:round/>
            <a:headEnd type="none" w="med" len="med"/>
            <a:tailEnd type="oval" w="med" len="med"/>
          </a:ln>
        </p:spPr>
      </p:cxnSp>
      <p:cxnSp>
        <p:nvCxnSpPr>
          <p:cNvPr id="22" name="Google Shape;22;p3"/>
          <p:cNvCxnSpPr/>
          <p:nvPr/>
        </p:nvCxnSpPr>
        <p:spPr>
          <a:xfrm>
            <a:off x="382650" y="4798838"/>
            <a:ext cx="3803400" cy="0"/>
          </a:xfrm>
          <a:prstGeom prst="straightConnector1">
            <a:avLst/>
          </a:prstGeom>
          <a:noFill/>
          <a:ln w="19050" cap="flat" cmpd="sng">
            <a:solidFill>
              <a:schemeClr val="lt1"/>
            </a:solidFill>
            <a:prstDash val="solid"/>
            <a:round/>
            <a:headEnd type="oval" w="med" len="med"/>
            <a:tailEnd type="none" w="med" len="med"/>
          </a:ln>
        </p:spPr>
      </p:cxnSp>
      <p:sp>
        <p:nvSpPr>
          <p:cNvPr id="23" name="Google Shape;23;p3"/>
          <p:cNvSpPr txBox="1">
            <a:spLocks noGrp="1"/>
          </p:cNvSpPr>
          <p:nvPr>
            <p:ph type="sldNum" idx="12"/>
          </p:nvPr>
        </p:nvSpPr>
        <p:spPr>
          <a:xfrm>
            <a:off x="4297650" y="4602875"/>
            <a:ext cx="548700" cy="333600"/>
          </a:xfrm>
          <a:prstGeom prst="rect">
            <a:avLst/>
          </a:prstGeom>
        </p:spPr>
        <p:txBody>
          <a:bodyPr spcFirstLastPara="1" wrap="square" lIns="91425" tIns="91425" rIns="91425" bIns="91425" anchor="t" anchorCtr="0">
            <a:noAutofit/>
          </a:bodyPr>
          <a:lstStyle>
            <a:lvl1pPr lvl="0" algn="ctr" rtl="0">
              <a:buNone/>
              <a:defRPr>
                <a:solidFill>
                  <a:schemeClr val="dk2"/>
                </a:solidFill>
              </a:defRPr>
            </a:lvl1pPr>
            <a:lvl2pPr lvl="1" algn="ctr" rtl="0">
              <a:buNone/>
              <a:defRPr>
                <a:solidFill>
                  <a:schemeClr val="dk2"/>
                </a:solidFill>
              </a:defRPr>
            </a:lvl2pPr>
            <a:lvl3pPr lvl="2" algn="ctr" rtl="0">
              <a:buNone/>
              <a:defRPr>
                <a:solidFill>
                  <a:schemeClr val="dk2"/>
                </a:solidFill>
              </a:defRPr>
            </a:lvl3pPr>
            <a:lvl4pPr lvl="3" algn="ctr" rtl="0">
              <a:buNone/>
              <a:defRPr>
                <a:solidFill>
                  <a:schemeClr val="dk2"/>
                </a:solidFill>
              </a:defRPr>
            </a:lvl4pPr>
            <a:lvl5pPr lvl="4" algn="ctr" rtl="0">
              <a:buNone/>
              <a:defRPr>
                <a:solidFill>
                  <a:schemeClr val="dk2"/>
                </a:solidFill>
              </a:defRPr>
            </a:lvl5pPr>
            <a:lvl6pPr lvl="5" algn="ctr" rtl="0">
              <a:buNone/>
              <a:defRPr>
                <a:solidFill>
                  <a:schemeClr val="dk2"/>
                </a:solidFill>
              </a:defRPr>
            </a:lvl6pPr>
            <a:lvl7pPr lvl="6" algn="ctr" rtl="0">
              <a:buNone/>
              <a:defRPr>
                <a:solidFill>
                  <a:schemeClr val="dk2"/>
                </a:solidFill>
              </a:defRPr>
            </a:lvl7pPr>
            <a:lvl8pPr lvl="7" algn="ctr" rtl="0">
              <a:buNone/>
              <a:defRPr>
                <a:solidFill>
                  <a:schemeClr val="dk2"/>
                </a:solidFill>
              </a:defRPr>
            </a:lvl8pPr>
            <a:lvl9pPr lvl="8" algn="ctr" rtl="0">
              <a:buNone/>
              <a:defRPr>
                <a:solidFill>
                  <a:schemeClr val="dk2"/>
                </a:solidFill>
              </a:defRPr>
            </a:lvl9pPr>
          </a:lstStyle>
          <a:p>
            <a:pPr marL="0" lvl="0" indent="0" algn="ctr" rtl="0">
              <a:spcBef>
                <a:spcPts val="0"/>
              </a:spcBef>
              <a:spcAft>
                <a:spcPts val="0"/>
              </a:spcAft>
              <a:buNone/>
            </a:pPr>
            <a:fld id="{00000000-1234-1234-1234-123412341234}" type="slidenum">
              <a:rPr lang="en"/>
              <a:pPr marL="0" lvl="0" indent="0" algn="ctr" rtl="0">
                <a:spcBef>
                  <a:spcPts val="0"/>
                </a:spcBef>
                <a:spcAft>
                  <a:spcPts val="0"/>
                </a:spcAft>
                <a:buNone/>
              </a:pPr>
              <a:t>‹#›</a:t>
            </a:fld>
            <a:endParaRPr/>
          </a:p>
        </p:txBody>
      </p:sp>
      <p:cxnSp>
        <p:nvCxnSpPr>
          <p:cNvPr id="24" name="Google Shape;24;p3"/>
          <p:cNvCxnSpPr/>
          <p:nvPr/>
        </p:nvCxnSpPr>
        <p:spPr>
          <a:xfrm>
            <a:off x="4957950" y="4798838"/>
            <a:ext cx="3803400" cy="0"/>
          </a:xfrm>
          <a:prstGeom prst="straightConnector1">
            <a:avLst/>
          </a:prstGeom>
          <a:noFill/>
          <a:ln w="19050" cap="flat" cmpd="sng">
            <a:solidFill>
              <a:schemeClr val="lt1"/>
            </a:solidFill>
            <a:prstDash val="solid"/>
            <a:round/>
            <a:headEnd type="none" w="med" len="med"/>
            <a:tailEnd type="oval" w="med" len="med"/>
          </a:ln>
        </p:spPr>
      </p:cxnSp>
      <p:cxnSp>
        <p:nvCxnSpPr>
          <p:cNvPr id="25" name="Google Shape;25;p3"/>
          <p:cNvCxnSpPr/>
          <p:nvPr/>
        </p:nvCxnSpPr>
        <p:spPr>
          <a:xfrm rot="10800000">
            <a:off x="394350" y="2079300"/>
            <a:ext cx="0" cy="984900"/>
          </a:xfrm>
          <a:prstGeom prst="straightConnector1">
            <a:avLst/>
          </a:prstGeom>
          <a:noFill/>
          <a:ln w="19050" cap="flat" cmpd="sng">
            <a:solidFill>
              <a:schemeClr val="lt1"/>
            </a:solidFill>
            <a:prstDash val="solid"/>
            <a:round/>
            <a:headEnd type="oval" w="med" len="med"/>
            <a:tailEnd type="oval" w="med" len="med"/>
          </a:ln>
        </p:spPr>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6"/>
        <p:cNvGrpSpPr/>
        <p:nvPr/>
      </p:nvGrpSpPr>
      <p:grpSpPr>
        <a:xfrm>
          <a:off x="0" y="0"/>
          <a:ext cx="0" cy="0"/>
          <a:chOff x="0" y="0"/>
          <a:chExt cx="0" cy="0"/>
        </a:xfrm>
      </p:grpSpPr>
      <p:sp>
        <p:nvSpPr>
          <p:cNvPr id="27" name="Google Shape;27;p4"/>
          <p:cNvSpPr/>
          <p:nvPr/>
        </p:nvSpPr>
        <p:spPr>
          <a:xfrm>
            <a:off x="145950" y="149100"/>
            <a:ext cx="8852100" cy="48453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8" name="Google Shape;28;p4"/>
          <p:cNvCxnSpPr/>
          <p:nvPr/>
        </p:nvCxnSpPr>
        <p:spPr>
          <a:xfrm>
            <a:off x="382625" y="339563"/>
            <a:ext cx="3803400" cy="0"/>
          </a:xfrm>
          <a:prstGeom prst="straightConnector1">
            <a:avLst/>
          </a:prstGeom>
          <a:noFill/>
          <a:ln w="19050" cap="flat" cmpd="sng">
            <a:solidFill>
              <a:schemeClr val="lt1"/>
            </a:solidFill>
            <a:prstDash val="solid"/>
            <a:round/>
            <a:headEnd type="oval" w="med" len="med"/>
            <a:tailEnd type="none" w="med" len="med"/>
          </a:ln>
        </p:spPr>
      </p:cxnSp>
      <p:sp>
        <p:nvSpPr>
          <p:cNvPr id="29" name="Google Shape;29;p4"/>
          <p:cNvSpPr/>
          <p:nvPr/>
        </p:nvSpPr>
        <p:spPr>
          <a:xfrm>
            <a:off x="4452300" y="219875"/>
            <a:ext cx="239400" cy="239400"/>
          </a:xfrm>
          <a:prstGeom prst="star4">
            <a:avLst>
              <a:gd name="adj" fmla="val 15727"/>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30" name="Google Shape;30;p4"/>
          <p:cNvCxnSpPr/>
          <p:nvPr/>
        </p:nvCxnSpPr>
        <p:spPr>
          <a:xfrm>
            <a:off x="4957925" y="339563"/>
            <a:ext cx="3803400" cy="0"/>
          </a:xfrm>
          <a:prstGeom prst="straightConnector1">
            <a:avLst/>
          </a:prstGeom>
          <a:noFill/>
          <a:ln w="19050" cap="flat" cmpd="sng">
            <a:solidFill>
              <a:schemeClr val="lt1"/>
            </a:solidFill>
            <a:prstDash val="solid"/>
            <a:round/>
            <a:headEnd type="none" w="med" len="med"/>
            <a:tailEnd type="oval" w="med" len="med"/>
          </a:ln>
        </p:spPr>
      </p:cxnSp>
      <p:cxnSp>
        <p:nvCxnSpPr>
          <p:cNvPr id="31" name="Google Shape;31;p4"/>
          <p:cNvCxnSpPr/>
          <p:nvPr/>
        </p:nvCxnSpPr>
        <p:spPr>
          <a:xfrm>
            <a:off x="382650" y="4798838"/>
            <a:ext cx="3803400" cy="0"/>
          </a:xfrm>
          <a:prstGeom prst="straightConnector1">
            <a:avLst/>
          </a:prstGeom>
          <a:noFill/>
          <a:ln w="19050" cap="flat" cmpd="sng">
            <a:solidFill>
              <a:schemeClr val="lt1"/>
            </a:solidFill>
            <a:prstDash val="solid"/>
            <a:round/>
            <a:headEnd type="oval" w="med" len="med"/>
            <a:tailEnd type="none" w="med" len="med"/>
          </a:ln>
        </p:spPr>
      </p:cxnSp>
      <p:sp>
        <p:nvSpPr>
          <p:cNvPr id="32" name="Google Shape;32;p4"/>
          <p:cNvSpPr txBox="1">
            <a:spLocks noGrp="1"/>
          </p:cNvSpPr>
          <p:nvPr>
            <p:ph type="sldNum" idx="12"/>
          </p:nvPr>
        </p:nvSpPr>
        <p:spPr>
          <a:xfrm>
            <a:off x="4297650" y="4602875"/>
            <a:ext cx="548700" cy="333600"/>
          </a:xfrm>
          <a:prstGeom prst="rect">
            <a:avLst/>
          </a:prstGeom>
        </p:spPr>
        <p:txBody>
          <a:bodyPr spcFirstLastPara="1" wrap="square" lIns="91425" tIns="91425" rIns="91425" bIns="91425" anchor="t" anchorCtr="0">
            <a:noAutofit/>
          </a:bodyPr>
          <a:lstStyle>
            <a:lvl1pPr lvl="0" algn="ctr" rtl="0">
              <a:buNone/>
              <a:defRPr>
                <a:solidFill>
                  <a:schemeClr val="dk2"/>
                </a:solidFill>
              </a:defRPr>
            </a:lvl1pPr>
            <a:lvl2pPr lvl="1" algn="ctr" rtl="0">
              <a:buNone/>
              <a:defRPr>
                <a:solidFill>
                  <a:schemeClr val="dk2"/>
                </a:solidFill>
              </a:defRPr>
            </a:lvl2pPr>
            <a:lvl3pPr lvl="2" algn="ctr" rtl="0">
              <a:buNone/>
              <a:defRPr>
                <a:solidFill>
                  <a:schemeClr val="dk2"/>
                </a:solidFill>
              </a:defRPr>
            </a:lvl3pPr>
            <a:lvl4pPr lvl="3" algn="ctr" rtl="0">
              <a:buNone/>
              <a:defRPr>
                <a:solidFill>
                  <a:schemeClr val="dk2"/>
                </a:solidFill>
              </a:defRPr>
            </a:lvl4pPr>
            <a:lvl5pPr lvl="4" algn="ctr" rtl="0">
              <a:buNone/>
              <a:defRPr>
                <a:solidFill>
                  <a:schemeClr val="dk2"/>
                </a:solidFill>
              </a:defRPr>
            </a:lvl5pPr>
            <a:lvl6pPr lvl="5" algn="ctr" rtl="0">
              <a:buNone/>
              <a:defRPr>
                <a:solidFill>
                  <a:schemeClr val="dk2"/>
                </a:solidFill>
              </a:defRPr>
            </a:lvl6pPr>
            <a:lvl7pPr lvl="6" algn="ctr" rtl="0">
              <a:buNone/>
              <a:defRPr>
                <a:solidFill>
                  <a:schemeClr val="dk2"/>
                </a:solidFill>
              </a:defRPr>
            </a:lvl7pPr>
            <a:lvl8pPr lvl="7" algn="ctr" rtl="0">
              <a:buNone/>
              <a:defRPr>
                <a:solidFill>
                  <a:schemeClr val="dk2"/>
                </a:solidFill>
              </a:defRPr>
            </a:lvl8pPr>
            <a:lvl9pPr lvl="8" algn="ctr" rtl="0">
              <a:buNone/>
              <a:defRPr>
                <a:solidFill>
                  <a:schemeClr val="dk2"/>
                </a:solidFill>
              </a:defRPr>
            </a:lvl9pPr>
          </a:lstStyle>
          <a:p>
            <a:pPr marL="0" lvl="0" indent="0" algn="ctr" rtl="0">
              <a:spcBef>
                <a:spcPts val="0"/>
              </a:spcBef>
              <a:spcAft>
                <a:spcPts val="0"/>
              </a:spcAft>
              <a:buNone/>
            </a:pPr>
            <a:fld id="{00000000-1234-1234-1234-123412341234}" type="slidenum">
              <a:rPr lang="en"/>
              <a:pPr marL="0" lvl="0" indent="0" algn="ctr" rtl="0">
                <a:spcBef>
                  <a:spcPts val="0"/>
                </a:spcBef>
                <a:spcAft>
                  <a:spcPts val="0"/>
                </a:spcAft>
                <a:buNone/>
              </a:pPr>
              <a:t>‹#›</a:t>
            </a:fld>
            <a:endParaRPr/>
          </a:p>
        </p:txBody>
      </p:sp>
      <p:cxnSp>
        <p:nvCxnSpPr>
          <p:cNvPr id="33" name="Google Shape;33;p4"/>
          <p:cNvCxnSpPr/>
          <p:nvPr/>
        </p:nvCxnSpPr>
        <p:spPr>
          <a:xfrm>
            <a:off x="4957950" y="4798838"/>
            <a:ext cx="3803400" cy="0"/>
          </a:xfrm>
          <a:prstGeom prst="straightConnector1">
            <a:avLst/>
          </a:prstGeom>
          <a:noFill/>
          <a:ln w="19050" cap="flat" cmpd="sng">
            <a:solidFill>
              <a:schemeClr val="lt1"/>
            </a:solidFill>
            <a:prstDash val="solid"/>
            <a:round/>
            <a:headEnd type="none" w="med" len="med"/>
            <a:tailEnd type="oval" w="med" len="med"/>
          </a:ln>
        </p:spPr>
      </p:cxnSp>
      <p:sp>
        <p:nvSpPr>
          <p:cNvPr id="34" name="Google Shape;34;p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35" name="Google Shape;35;p4"/>
          <p:cNvSpPr txBox="1">
            <a:spLocks noGrp="1"/>
          </p:cNvSpPr>
          <p:nvPr>
            <p:ph type="body" idx="1"/>
          </p:nvPr>
        </p:nvSpPr>
        <p:spPr>
          <a:xfrm>
            <a:off x="720000" y="1215750"/>
            <a:ext cx="7704000" cy="3233100"/>
          </a:xfrm>
          <a:prstGeom prst="rect">
            <a:avLst/>
          </a:prstGeom>
        </p:spPr>
        <p:txBody>
          <a:bodyPr spcFirstLastPara="1" wrap="square" lIns="91425" tIns="91425" rIns="91425" bIns="91425" anchor="t" anchorCtr="0">
            <a:noAutofit/>
          </a:bodyPr>
          <a:lstStyle>
            <a:lvl1pPr marL="457200" lvl="0" indent="-279400" rtl="0">
              <a:spcBef>
                <a:spcPts val="0"/>
              </a:spcBef>
              <a:spcAft>
                <a:spcPts val="0"/>
              </a:spcAft>
              <a:buClr>
                <a:schemeClr val="dk2"/>
              </a:buClr>
              <a:buSzPts val="800"/>
              <a:buFont typeface="Nunito Light"/>
              <a:buChar char="●"/>
              <a:defRPr/>
            </a:lvl1pPr>
            <a:lvl2pPr marL="914400" lvl="1" indent="-304800" rtl="0">
              <a:spcBef>
                <a:spcPts val="0"/>
              </a:spcBef>
              <a:spcAft>
                <a:spcPts val="0"/>
              </a:spcAft>
              <a:buSzPts val="1200"/>
              <a:buFont typeface="Nunito Light"/>
              <a:buChar char="○"/>
              <a:defRPr/>
            </a:lvl2pPr>
            <a:lvl3pPr marL="1371600" lvl="2" indent="-304800" rtl="0">
              <a:lnSpc>
                <a:spcPct val="115000"/>
              </a:lnSpc>
              <a:spcBef>
                <a:spcPts val="0"/>
              </a:spcBef>
              <a:spcAft>
                <a:spcPts val="0"/>
              </a:spcAft>
              <a:buClr>
                <a:srgbClr val="FFC800"/>
              </a:buClr>
              <a:buSzPts val="1200"/>
              <a:buFont typeface="Nunito Light"/>
              <a:buChar char="■"/>
              <a:defRPr/>
            </a:lvl3pPr>
            <a:lvl4pPr marL="1828800" lvl="3" indent="-304800" rtl="0">
              <a:lnSpc>
                <a:spcPct val="115000"/>
              </a:lnSpc>
              <a:spcBef>
                <a:spcPts val="1600"/>
              </a:spcBef>
              <a:spcAft>
                <a:spcPts val="0"/>
              </a:spcAft>
              <a:buClr>
                <a:srgbClr val="FFC800"/>
              </a:buClr>
              <a:buSzPts val="1200"/>
              <a:buFont typeface="Nunito Light"/>
              <a:buChar char="●"/>
              <a:defRPr/>
            </a:lvl4pPr>
            <a:lvl5pPr marL="2286000" lvl="4" indent="-304800" rtl="0">
              <a:lnSpc>
                <a:spcPct val="115000"/>
              </a:lnSpc>
              <a:spcBef>
                <a:spcPts val="1600"/>
              </a:spcBef>
              <a:spcAft>
                <a:spcPts val="0"/>
              </a:spcAft>
              <a:buClr>
                <a:srgbClr val="434343"/>
              </a:buClr>
              <a:buSzPts val="1200"/>
              <a:buFont typeface="Nunito Light"/>
              <a:buChar char="○"/>
              <a:defRPr/>
            </a:lvl5pPr>
            <a:lvl6pPr marL="2743200" lvl="5" indent="-304800" rtl="0">
              <a:lnSpc>
                <a:spcPct val="115000"/>
              </a:lnSpc>
              <a:spcBef>
                <a:spcPts val="1600"/>
              </a:spcBef>
              <a:spcAft>
                <a:spcPts val="0"/>
              </a:spcAft>
              <a:buClr>
                <a:srgbClr val="434343"/>
              </a:buClr>
              <a:buSzPts val="1200"/>
              <a:buFont typeface="Nunito Light"/>
              <a:buChar char="■"/>
              <a:defRPr/>
            </a:lvl6pPr>
            <a:lvl7pPr marL="3200400" lvl="6" indent="-304800" rtl="0">
              <a:lnSpc>
                <a:spcPct val="115000"/>
              </a:lnSpc>
              <a:spcBef>
                <a:spcPts val="1600"/>
              </a:spcBef>
              <a:spcAft>
                <a:spcPts val="0"/>
              </a:spcAft>
              <a:buClr>
                <a:srgbClr val="434343"/>
              </a:buClr>
              <a:buSzPts val="1200"/>
              <a:buFont typeface="Nunito Light"/>
              <a:buChar char="●"/>
              <a:defRPr/>
            </a:lvl7pPr>
            <a:lvl8pPr marL="3657600" lvl="7" indent="-304800" rtl="0">
              <a:lnSpc>
                <a:spcPct val="115000"/>
              </a:lnSpc>
              <a:spcBef>
                <a:spcPts val="1600"/>
              </a:spcBef>
              <a:spcAft>
                <a:spcPts val="0"/>
              </a:spcAft>
              <a:buClr>
                <a:srgbClr val="434343"/>
              </a:buClr>
              <a:buSzPts val="1200"/>
              <a:buFont typeface="Nunito Light"/>
              <a:buChar char="○"/>
              <a:defRPr/>
            </a:lvl8pPr>
            <a:lvl9pPr marL="4114800" lvl="8" indent="-304800" rtl="0">
              <a:lnSpc>
                <a:spcPct val="115000"/>
              </a:lnSpc>
              <a:spcBef>
                <a:spcPts val="1600"/>
              </a:spcBef>
              <a:spcAft>
                <a:spcPts val="1600"/>
              </a:spcAft>
              <a:buClr>
                <a:srgbClr val="434343"/>
              </a:buClr>
              <a:buSzPts val="1200"/>
              <a:buFont typeface="Nunito Light"/>
              <a:buChar char="■"/>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6"/>
          <p:cNvSpPr/>
          <p:nvPr/>
        </p:nvSpPr>
        <p:spPr>
          <a:xfrm>
            <a:off x="145950" y="149100"/>
            <a:ext cx="8852100" cy="48453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51" name="Google Shape;51;p6"/>
          <p:cNvCxnSpPr/>
          <p:nvPr/>
        </p:nvCxnSpPr>
        <p:spPr>
          <a:xfrm>
            <a:off x="382625" y="339563"/>
            <a:ext cx="3803400" cy="0"/>
          </a:xfrm>
          <a:prstGeom prst="straightConnector1">
            <a:avLst/>
          </a:prstGeom>
          <a:noFill/>
          <a:ln w="19050" cap="flat" cmpd="sng">
            <a:solidFill>
              <a:schemeClr val="lt1"/>
            </a:solidFill>
            <a:prstDash val="solid"/>
            <a:round/>
            <a:headEnd type="oval" w="med" len="med"/>
            <a:tailEnd type="none" w="med" len="med"/>
          </a:ln>
        </p:spPr>
      </p:cxnSp>
      <p:sp>
        <p:nvSpPr>
          <p:cNvPr id="52" name="Google Shape;52;p6"/>
          <p:cNvSpPr/>
          <p:nvPr/>
        </p:nvSpPr>
        <p:spPr>
          <a:xfrm>
            <a:off x="4452300" y="219875"/>
            <a:ext cx="239400" cy="239400"/>
          </a:xfrm>
          <a:prstGeom prst="star4">
            <a:avLst>
              <a:gd name="adj" fmla="val 15727"/>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53" name="Google Shape;53;p6"/>
          <p:cNvCxnSpPr/>
          <p:nvPr/>
        </p:nvCxnSpPr>
        <p:spPr>
          <a:xfrm>
            <a:off x="4957925" y="339563"/>
            <a:ext cx="3803400" cy="0"/>
          </a:xfrm>
          <a:prstGeom prst="straightConnector1">
            <a:avLst/>
          </a:prstGeom>
          <a:noFill/>
          <a:ln w="19050" cap="flat" cmpd="sng">
            <a:solidFill>
              <a:schemeClr val="lt1"/>
            </a:solidFill>
            <a:prstDash val="solid"/>
            <a:round/>
            <a:headEnd type="none" w="med" len="med"/>
            <a:tailEnd type="oval" w="med" len="med"/>
          </a:ln>
        </p:spPr>
      </p:cxnSp>
      <p:cxnSp>
        <p:nvCxnSpPr>
          <p:cNvPr id="54" name="Google Shape;54;p6"/>
          <p:cNvCxnSpPr/>
          <p:nvPr/>
        </p:nvCxnSpPr>
        <p:spPr>
          <a:xfrm>
            <a:off x="382650" y="4798838"/>
            <a:ext cx="3803400" cy="0"/>
          </a:xfrm>
          <a:prstGeom prst="straightConnector1">
            <a:avLst/>
          </a:prstGeom>
          <a:noFill/>
          <a:ln w="19050" cap="flat" cmpd="sng">
            <a:solidFill>
              <a:schemeClr val="lt1"/>
            </a:solidFill>
            <a:prstDash val="solid"/>
            <a:round/>
            <a:headEnd type="oval" w="med" len="med"/>
            <a:tailEnd type="none" w="med" len="med"/>
          </a:ln>
        </p:spPr>
      </p:cxnSp>
      <p:sp>
        <p:nvSpPr>
          <p:cNvPr id="55" name="Google Shape;55;p6"/>
          <p:cNvSpPr txBox="1">
            <a:spLocks noGrp="1"/>
          </p:cNvSpPr>
          <p:nvPr>
            <p:ph type="sldNum" idx="12"/>
          </p:nvPr>
        </p:nvSpPr>
        <p:spPr>
          <a:xfrm>
            <a:off x="4297650" y="4602875"/>
            <a:ext cx="548700" cy="333600"/>
          </a:xfrm>
          <a:prstGeom prst="rect">
            <a:avLst/>
          </a:prstGeom>
        </p:spPr>
        <p:txBody>
          <a:bodyPr spcFirstLastPara="1" wrap="square" lIns="91425" tIns="91425" rIns="91425" bIns="91425" anchor="t" anchorCtr="0">
            <a:noAutofit/>
          </a:bodyPr>
          <a:lstStyle>
            <a:lvl1pPr lvl="0" algn="ctr" rtl="0">
              <a:buNone/>
              <a:defRPr>
                <a:solidFill>
                  <a:schemeClr val="dk2"/>
                </a:solidFill>
              </a:defRPr>
            </a:lvl1pPr>
            <a:lvl2pPr lvl="1" algn="ctr" rtl="0">
              <a:buNone/>
              <a:defRPr>
                <a:solidFill>
                  <a:schemeClr val="dk2"/>
                </a:solidFill>
              </a:defRPr>
            </a:lvl2pPr>
            <a:lvl3pPr lvl="2" algn="ctr" rtl="0">
              <a:buNone/>
              <a:defRPr>
                <a:solidFill>
                  <a:schemeClr val="dk2"/>
                </a:solidFill>
              </a:defRPr>
            </a:lvl3pPr>
            <a:lvl4pPr lvl="3" algn="ctr" rtl="0">
              <a:buNone/>
              <a:defRPr>
                <a:solidFill>
                  <a:schemeClr val="dk2"/>
                </a:solidFill>
              </a:defRPr>
            </a:lvl4pPr>
            <a:lvl5pPr lvl="4" algn="ctr" rtl="0">
              <a:buNone/>
              <a:defRPr>
                <a:solidFill>
                  <a:schemeClr val="dk2"/>
                </a:solidFill>
              </a:defRPr>
            </a:lvl5pPr>
            <a:lvl6pPr lvl="5" algn="ctr" rtl="0">
              <a:buNone/>
              <a:defRPr>
                <a:solidFill>
                  <a:schemeClr val="dk2"/>
                </a:solidFill>
              </a:defRPr>
            </a:lvl6pPr>
            <a:lvl7pPr lvl="6" algn="ctr" rtl="0">
              <a:buNone/>
              <a:defRPr>
                <a:solidFill>
                  <a:schemeClr val="dk2"/>
                </a:solidFill>
              </a:defRPr>
            </a:lvl7pPr>
            <a:lvl8pPr lvl="7" algn="ctr" rtl="0">
              <a:buNone/>
              <a:defRPr>
                <a:solidFill>
                  <a:schemeClr val="dk2"/>
                </a:solidFill>
              </a:defRPr>
            </a:lvl8pPr>
            <a:lvl9pPr lvl="8" algn="ctr" rtl="0">
              <a:buNone/>
              <a:defRPr>
                <a:solidFill>
                  <a:schemeClr val="dk2"/>
                </a:solidFill>
              </a:defRPr>
            </a:lvl9pPr>
          </a:lstStyle>
          <a:p>
            <a:pPr marL="0" lvl="0" indent="0" algn="ctr" rtl="0">
              <a:spcBef>
                <a:spcPts val="0"/>
              </a:spcBef>
              <a:spcAft>
                <a:spcPts val="0"/>
              </a:spcAft>
              <a:buNone/>
            </a:pPr>
            <a:fld id="{00000000-1234-1234-1234-123412341234}" type="slidenum">
              <a:rPr lang="en"/>
              <a:pPr marL="0" lvl="0" indent="0" algn="ctr" rtl="0">
                <a:spcBef>
                  <a:spcPts val="0"/>
                </a:spcBef>
                <a:spcAft>
                  <a:spcPts val="0"/>
                </a:spcAft>
                <a:buNone/>
              </a:pPr>
              <a:t>‹#›</a:t>
            </a:fld>
            <a:endParaRPr/>
          </a:p>
        </p:txBody>
      </p:sp>
      <p:cxnSp>
        <p:nvCxnSpPr>
          <p:cNvPr id="56" name="Google Shape;56;p6"/>
          <p:cNvCxnSpPr/>
          <p:nvPr/>
        </p:nvCxnSpPr>
        <p:spPr>
          <a:xfrm>
            <a:off x="4957950" y="4798838"/>
            <a:ext cx="3803400" cy="0"/>
          </a:xfrm>
          <a:prstGeom prst="straightConnector1">
            <a:avLst/>
          </a:prstGeom>
          <a:noFill/>
          <a:ln w="19050" cap="flat" cmpd="sng">
            <a:solidFill>
              <a:schemeClr val="lt1"/>
            </a:solidFill>
            <a:prstDash val="solid"/>
            <a:round/>
            <a:headEnd type="none" w="med" len="med"/>
            <a:tailEnd type="oval" w="med" len="med"/>
          </a:ln>
        </p:spPr>
      </p:cxnSp>
      <p:sp>
        <p:nvSpPr>
          <p:cNvPr id="57" name="Google Shape;57;p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58"/>
        <p:cNvGrpSpPr/>
        <p:nvPr/>
      </p:nvGrpSpPr>
      <p:grpSpPr>
        <a:xfrm>
          <a:off x="0" y="0"/>
          <a:ext cx="0" cy="0"/>
          <a:chOff x="0" y="0"/>
          <a:chExt cx="0" cy="0"/>
        </a:xfrm>
      </p:grpSpPr>
      <p:sp>
        <p:nvSpPr>
          <p:cNvPr id="59" name="Google Shape;59;p7"/>
          <p:cNvSpPr/>
          <p:nvPr/>
        </p:nvSpPr>
        <p:spPr>
          <a:xfrm>
            <a:off x="145950" y="149100"/>
            <a:ext cx="8852100" cy="48453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60" name="Google Shape;60;p7"/>
          <p:cNvCxnSpPr/>
          <p:nvPr/>
        </p:nvCxnSpPr>
        <p:spPr>
          <a:xfrm>
            <a:off x="382625" y="339563"/>
            <a:ext cx="3803400" cy="0"/>
          </a:xfrm>
          <a:prstGeom prst="straightConnector1">
            <a:avLst/>
          </a:prstGeom>
          <a:noFill/>
          <a:ln w="19050" cap="flat" cmpd="sng">
            <a:solidFill>
              <a:schemeClr val="lt1"/>
            </a:solidFill>
            <a:prstDash val="solid"/>
            <a:round/>
            <a:headEnd type="oval" w="med" len="med"/>
            <a:tailEnd type="none" w="med" len="med"/>
          </a:ln>
        </p:spPr>
      </p:cxnSp>
      <p:sp>
        <p:nvSpPr>
          <p:cNvPr id="61" name="Google Shape;61;p7"/>
          <p:cNvSpPr/>
          <p:nvPr/>
        </p:nvSpPr>
        <p:spPr>
          <a:xfrm>
            <a:off x="4452300" y="219875"/>
            <a:ext cx="239400" cy="239400"/>
          </a:xfrm>
          <a:prstGeom prst="star4">
            <a:avLst>
              <a:gd name="adj" fmla="val 15727"/>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62" name="Google Shape;62;p7"/>
          <p:cNvCxnSpPr/>
          <p:nvPr/>
        </p:nvCxnSpPr>
        <p:spPr>
          <a:xfrm>
            <a:off x="4957925" y="339563"/>
            <a:ext cx="3803400" cy="0"/>
          </a:xfrm>
          <a:prstGeom prst="straightConnector1">
            <a:avLst/>
          </a:prstGeom>
          <a:noFill/>
          <a:ln w="19050" cap="flat" cmpd="sng">
            <a:solidFill>
              <a:schemeClr val="lt1"/>
            </a:solidFill>
            <a:prstDash val="solid"/>
            <a:round/>
            <a:headEnd type="none" w="med" len="med"/>
            <a:tailEnd type="oval" w="med" len="med"/>
          </a:ln>
        </p:spPr>
      </p:cxnSp>
      <p:cxnSp>
        <p:nvCxnSpPr>
          <p:cNvPr id="63" name="Google Shape;63;p7"/>
          <p:cNvCxnSpPr/>
          <p:nvPr/>
        </p:nvCxnSpPr>
        <p:spPr>
          <a:xfrm>
            <a:off x="382650" y="4798838"/>
            <a:ext cx="3803400" cy="0"/>
          </a:xfrm>
          <a:prstGeom prst="straightConnector1">
            <a:avLst/>
          </a:prstGeom>
          <a:noFill/>
          <a:ln w="19050" cap="flat" cmpd="sng">
            <a:solidFill>
              <a:schemeClr val="lt1"/>
            </a:solidFill>
            <a:prstDash val="solid"/>
            <a:round/>
            <a:headEnd type="oval" w="med" len="med"/>
            <a:tailEnd type="none" w="med" len="med"/>
          </a:ln>
        </p:spPr>
      </p:cxnSp>
      <p:sp>
        <p:nvSpPr>
          <p:cNvPr id="64" name="Google Shape;64;p7"/>
          <p:cNvSpPr txBox="1">
            <a:spLocks noGrp="1"/>
          </p:cNvSpPr>
          <p:nvPr>
            <p:ph type="sldNum" idx="12"/>
          </p:nvPr>
        </p:nvSpPr>
        <p:spPr>
          <a:xfrm>
            <a:off x="4297650" y="4602875"/>
            <a:ext cx="548700" cy="333600"/>
          </a:xfrm>
          <a:prstGeom prst="rect">
            <a:avLst/>
          </a:prstGeom>
        </p:spPr>
        <p:txBody>
          <a:bodyPr spcFirstLastPara="1" wrap="square" lIns="91425" tIns="91425" rIns="91425" bIns="91425" anchor="t" anchorCtr="0">
            <a:noAutofit/>
          </a:bodyPr>
          <a:lstStyle>
            <a:lvl1pPr lvl="0" algn="ctr" rtl="0">
              <a:buNone/>
              <a:defRPr>
                <a:solidFill>
                  <a:schemeClr val="dk2"/>
                </a:solidFill>
              </a:defRPr>
            </a:lvl1pPr>
            <a:lvl2pPr lvl="1" algn="ctr" rtl="0">
              <a:buNone/>
              <a:defRPr>
                <a:solidFill>
                  <a:schemeClr val="dk2"/>
                </a:solidFill>
              </a:defRPr>
            </a:lvl2pPr>
            <a:lvl3pPr lvl="2" algn="ctr" rtl="0">
              <a:buNone/>
              <a:defRPr>
                <a:solidFill>
                  <a:schemeClr val="dk2"/>
                </a:solidFill>
              </a:defRPr>
            </a:lvl3pPr>
            <a:lvl4pPr lvl="3" algn="ctr" rtl="0">
              <a:buNone/>
              <a:defRPr>
                <a:solidFill>
                  <a:schemeClr val="dk2"/>
                </a:solidFill>
              </a:defRPr>
            </a:lvl4pPr>
            <a:lvl5pPr lvl="4" algn="ctr" rtl="0">
              <a:buNone/>
              <a:defRPr>
                <a:solidFill>
                  <a:schemeClr val="dk2"/>
                </a:solidFill>
              </a:defRPr>
            </a:lvl5pPr>
            <a:lvl6pPr lvl="5" algn="ctr" rtl="0">
              <a:buNone/>
              <a:defRPr>
                <a:solidFill>
                  <a:schemeClr val="dk2"/>
                </a:solidFill>
              </a:defRPr>
            </a:lvl6pPr>
            <a:lvl7pPr lvl="6" algn="ctr" rtl="0">
              <a:buNone/>
              <a:defRPr>
                <a:solidFill>
                  <a:schemeClr val="dk2"/>
                </a:solidFill>
              </a:defRPr>
            </a:lvl7pPr>
            <a:lvl8pPr lvl="7" algn="ctr" rtl="0">
              <a:buNone/>
              <a:defRPr>
                <a:solidFill>
                  <a:schemeClr val="dk2"/>
                </a:solidFill>
              </a:defRPr>
            </a:lvl8pPr>
            <a:lvl9pPr lvl="8" algn="ctr" rtl="0">
              <a:buNone/>
              <a:defRPr>
                <a:solidFill>
                  <a:schemeClr val="dk2"/>
                </a:solidFill>
              </a:defRPr>
            </a:lvl9pPr>
          </a:lstStyle>
          <a:p>
            <a:pPr marL="0" lvl="0" indent="0" algn="ctr" rtl="0">
              <a:spcBef>
                <a:spcPts val="0"/>
              </a:spcBef>
              <a:spcAft>
                <a:spcPts val="0"/>
              </a:spcAft>
              <a:buNone/>
            </a:pPr>
            <a:fld id="{00000000-1234-1234-1234-123412341234}" type="slidenum">
              <a:rPr lang="en"/>
              <a:pPr marL="0" lvl="0" indent="0" algn="ctr" rtl="0">
                <a:spcBef>
                  <a:spcPts val="0"/>
                </a:spcBef>
                <a:spcAft>
                  <a:spcPts val="0"/>
                </a:spcAft>
                <a:buNone/>
              </a:pPr>
              <a:t>‹#›</a:t>
            </a:fld>
            <a:endParaRPr/>
          </a:p>
        </p:txBody>
      </p:sp>
      <p:cxnSp>
        <p:nvCxnSpPr>
          <p:cNvPr id="65" name="Google Shape;65;p7"/>
          <p:cNvCxnSpPr/>
          <p:nvPr/>
        </p:nvCxnSpPr>
        <p:spPr>
          <a:xfrm>
            <a:off x="4957950" y="4798838"/>
            <a:ext cx="3803400" cy="0"/>
          </a:xfrm>
          <a:prstGeom prst="straightConnector1">
            <a:avLst/>
          </a:prstGeom>
          <a:noFill/>
          <a:ln w="19050" cap="flat" cmpd="sng">
            <a:solidFill>
              <a:schemeClr val="lt1"/>
            </a:solidFill>
            <a:prstDash val="solid"/>
            <a:round/>
            <a:headEnd type="none" w="med" len="med"/>
            <a:tailEnd type="oval" w="med" len="med"/>
          </a:ln>
        </p:spPr>
      </p:cxnSp>
      <p:sp>
        <p:nvSpPr>
          <p:cNvPr id="66" name="Google Shape;66;p7"/>
          <p:cNvSpPr txBox="1">
            <a:spLocks noGrp="1"/>
          </p:cNvSpPr>
          <p:nvPr>
            <p:ph type="title"/>
          </p:nvPr>
        </p:nvSpPr>
        <p:spPr>
          <a:xfrm>
            <a:off x="720000" y="445025"/>
            <a:ext cx="62664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67" name="Google Shape;67;p7"/>
          <p:cNvSpPr txBox="1">
            <a:spLocks noGrp="1"/>
          </p:cNvSpPr>
          <p:nvPr>
            <p:ph type="subTitle" idx="1"/>
          </p:nvPr>
        </p:nvSpPr>
        <p:spPr>
          <a:xfrm>
            <a:off x="720000" y="1347250"/>
            <a:ext cx="7324500" cy="31734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Font typeface="Nunito Light"/>
              <a:buChar char="●"/>
              <a:defRPr sz="1600"/>
            </a:lvl1pPr>
            <a:lvl2pPr lvl="1" algn="ctr" rtl="0">
              <a:lnSpc>
                <a:spcPct val="100000"/>
              </a:lnSpc>
              <a:spcBef>
                <a:spcPts val="0"/>
              </a:spcBef>
              <a:spcAft>
                <a:spcPts val="0"/>
              </a:spcAft>
              <a:buClr>
                <a:srgbClr val="E76A28"/>
              </a:buClr>
              <a:buSzPts val="1600"/>
              <a:buFont typeface="Nunito Light"/>
              <a:buChar char="○"/>
              <a:defRPr/>
            </a:lvl2pPr>
            <a:lvl3pPr lvl="2" algn="ctr" rtl="0">
              <a:lnSpc>
                <a:spcPct val="100000"/>
              </a:lnSpc>
              <a:spcBef>
                <a:spcPts val="1600"/>
              </a:spcBef>
              <a:spcAft>
                <a:spcPts val="0"/>
              </a:spcAft>
              <a:buClr>
                <a:srgbClr val="E76A28"/>
              </a:buClr>
              <a:buSzPts val="1500"/>
              <a:buFont typeface="Nunito Light"/>
              <a:buChar char="■"/>
              <a:defRPr/>
            </a:lvl3pPr>
            <a:lvl4pPr lvl="3" algn="ctr" rtl="0">
              <a:lnSpc>
                <a:spcPct val="100000"/>
              </a:lnSpc>
              <a:spcBef>
                <a:spcPts val="1600"/>
              </a:spcBef>
              <a:spcAft>
                <a:spcPts val="0"/>
              </a:spcAft>
              <a:buClr>
                <a:srgbClr val="E76A28"/>
              </a:buClr>
              <a:buSzPts val="1500"/>
              <a:buFont typeface="Nunito Light"/>
              <a:buChar char="●"/>
              <a:defRPr/>
            </a:lvl4pPr>
            <a:lvl5pPr lvl="4" algn="ctr" rtl="0">
              <a:lnSpc>
                <a:spcPct val="100000"/>
              </a:lnSpc>
              <a:spcBef>
                <a:spcPts val="1600"/>
              </a:spcBef>
              <a:spcAft>
                <a:spcPts val="0"/>
              </a:spcAft>
              <a:buClr>
                <a:srgbClr val="E76A28"/>
              </a:buClr>
              <a:buSzPts val="1400"/>
              <a:buFont typeface="Nunito Light"/>
              <a:buChar char="○"/>
              <a:defRPr/>
            </a:lvl5pPr>
            <a:lvl6pPr lvl="5" algn="ctr" rtl="0">
              <a:lnSpc>
                <a:spcPct val="100000"/>
              </a:lnSpc>
              <a:spcBef>
                <a:spcPts val="1600"/>
              </a:spcBef>
              <a:spcAft>
                <a:spcPts val="0"/>
              </a:spcAft>
              <a:buClr>
                <a:srgbClr val="999999"/>
              </a:buClr>
              <a:buSzPts val="1400"/>
              <a:buFont typeface="Nunito Light"/>
              <a:buChar char="■"/>
              <a:defRPr/>
            </a:lvl6pPr>
            <a:lvl7pPr lvl="6" algn="ctr" rtl="0">
              <a:lnSpc>
                <a:spcPct val="100000"/>
              </a:lnSpc>
              <a:spcBef>
                <a:spcPts val="1600"/>
              </a:spcBef>
              <a:spcAft>
                <a:spcPts val="0"/>
              </a:spcAft>
              <a:buClr>
                <a:srgbClr val="999999"/>
              </a:buClr>
              <a:buSzPts val="1300"/>
              <a:buFont typeface="Nunito Light"/>
              <a:buChar char="●"/>
              <a:defRPr/>
            </a:lvl7pPr>
            <a:lvl8pPr lvl="7" algn="ctr" rtl="0">
              <a:lnSpc>
                <a:spcPct val="100000"/>
              </a:lnSpc>
              <a:spcBef>
                <a:spcPts val="1600"/>
              </a:spcBef>
              <a:spcAft>
                <a:spcPts val="0"/>
              </a:spcAft>
              <a:buClr>
                <a:srgbClr val="999999"/>
              </a:buClr>
              <a:buSzPts val="1300"/>
              <a:buFont typeface="Nunito Light"/>
              <a:buChar char="○"/>
              <a:defRPr/>
            </a:lvl8pPr>
            <a:lvl9pPr lvl="8" algn="ctr" rtl="0">
              <a:lnSpc>
                <a:spcPct val="100000"/>
              </a:lnSpc>
              <a:spcBef>
                <a:spcPts val="1600"/>
              </a:spcBef>
              <a:spcAft>
                <a:spcPts val="1600"/>
              </a:spcAft>
              <a:buClr>
                <a:srgbClr val="999999"/>
              </a:buClr>
              <a:buSzPts val="1400"/>
              <a:buFont typeface="Nunito Light"/>
              <a:buChar char="■"/>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77"/>
        <p:cNvGrpSpPr/>
        <p:nvPr/>
      </p:nvGrpSpPr>
      <p:grpSpPr>
        <a:xfrm>
          <a:off x="0" y="0"/>
          <a:ext cx="0" cy="0"/>
          <a:chOff x="0" y="0"/>
          <a:chExt cx="0" cy="0"/>
        </a:xfrm>
      </p:grpSpPr>
      <p:sp>
        <p:nvSpPr>
          <p:cNvPr id="78" name="Google Shape;78;p9"/>
          <p:cNvSpPr txBox="1">
            <a:spLocks noGrp="1"/>
          </p:cNvSpPr>
          <p:nvPr>
            <p:ph type="title"/>
          </p:nvPr>
        </p:nvSpPr>
        <p:spPr>
          <a:xfrm>
            <a:off x="720000" y="1413525"/>
            <a:ext cx="4294800" cy="20952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sz="40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79" name="Google Shape;79;p9"/>
          <p:cNvSpPr txBox="1">
            <a:spLocks noGrp="1"/>
          </p:cNvSpPr>
          <p:nvPr>
            <p:ph type="subTitle" idx="1"/>
          </p:nvPr>
        </p:nvSpPr>
        <p:spPr>
          <a:xfrm>
            <a:off x="720000" y="3508800"/>
            <a:ext cx="4294800" cy="10047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600"/>
            </a:lvl1pPr>
            <a:lvl2pPr lvl="1" algn="ctr" rtl="0">
              <a:lnSpc>
                <a:spcPct val="100000"/>
              </a:lnSpc>
              <a:spcBef>
                <a:spcPts val="160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80" name="Google Shape;80;p9"/>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84"/>
        <p:cNvGrpSpPr/>
        <p:nvPr/>
      </p:nvGrpSpPr>
      <p:grpSpPr>
        <a:xfrm>
          <a:off x="0" y="0"/>
          <a:ext cx="0" cy="0"/>
          <a:chOff x="0" y="0"/>
          <a:chExt cx="0" cy="0"/>
        </a:xfrm>
      </p:grpSpPr>
      <p:sp>
        <p:nvSpPr>
          <p:cNvPr id="85" name="Google Shape;85;p11"/>
          <p:cNvSpPr/>
          <p:nvPr/>
        </p:nvSpPr>
        <p:spPr>
          <a:xfrm>
            <a:off x="145950" y="149100"/>
            <a:ext cx="8852100" cy="48453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86" name="Google Shape;86;p11"/>
          <p:cNvCxnSpPr/>
          <p:nvPr/>
        </p:nvCxnSpPr>
        <p:spPr>
          <a:xfrm>
            <a:off x="382625" y="339563"/>
            <a:ext cx="3803400" cy="0"/>
          </a:xfrm>
          <a:prstGeom prst="straightConnector1">
            <a:avLst/>
          </a:prstGeom>
          <a:noFill/>
          <a:ln w="19050" cap="flat" cmpd="sng">
            <a:solidFill>
              <a:schemeClr val="lt1"/>
            </a:solidFill>
            <a:prstDash val="solid"/>
            <a:round/>
            <a:headEnd type="oval" w="med" len="med"/>
            <a:tailEnd type="none" w="med" len="med"/>
          </a:ln>
        </p:spPr>
      </p:cxnSp>
      <p:sp>
        <p:nvSpPr>
          <p:cNvPr id="87" name="Google Shape;87;p11"/>
          <p:cNvSpPr/>
          <p:nvPr/>
        </p:nvSpPr>
        <p:spPr>
          <a:xfrm>
            <a:off x="4452300" y="219875"/>
            <a:ext cx="239400" cy="239400"/>
          </a:xfrm>
          <a:prstGeom prst="star4">
            <a:avLst>
              <a:gd name="adj" fmla="val 15727"/>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88" name="Google Shape;88;p11"/>
          <p:cNvCxnSpPr/>
          <p:nvPr/>
        </p:nvCxnSpPr>
        <p:spPr>
          <a:xfrm>
            <a:off x="4957925" y="339563"/>
            <a:ext cx="3803400" cy="0"/>
          </a:xfrm>
          <a:prstGeom prst="straightConnector1">
            <a:avLst/>
          </a:prstGeom>
          <a:noFill/>
          <a:ln w="19050" cap="flat" cmpd="sng">
            <a:solidFill>
              <a:schemeClr val="lt1"/>
            </a:solidFill>
            <a:prstDash val="solid"/>
            <a:round/>
            <a:headEnd type="none" w="med" len="med"/>
            <a:tailEnd type="oval" w="med" len="med"/>
          </a:ln>
        </p:spPr>
      </p:cxnSp>
      <p:cxnSp>
        <p:nvCxnSpPr>
          <p:cNvPr id="89" name="Google Shape;89;p11"/>
          <p:cNvCxnSpPr/>
          <p:nvPr/>
        </p:nvCxnSpPr>
        <p:spPr>
          <a:xfrm>
            <a:off x="382650" y="4798838"/>
            <a:ext cx="3803400" cy="0"/>
          </a:xfrm>
          <a:prstGeom prst="straightConnector1">
            <a:avLst/>
          </a:prstGeom>
          <a:noFill/>
          <a:ln w="19050" cap="flat" cmpd="sng">
            <a:solidFill>
              <a:schemeClr val="lt1"/>
            </a:solidFill>
            <a:prstDash val="solid"/>
            <a:round/>
            <a:headEnd type="oval" w="med" len="med"/>
            <a:tailEnd type="none" w="med" len="med"/>
          </a:ln>
        </p:spPr>
      </p:cxnSp>
      <p:sp>
        <p:nvSpPr>
          <p:cNvPr id="90" name="Google Shape;90;p11"/>
          <p:cNvSpPr txBox="1">
            <a:spLocks noGrp="1"/>
          </p:cNvSpPr>
          <p:nvPr>
            <p:ph type="sldNum" idx="12"/>
          </p:nvPr>
        </p:nvSpPr>
        <p:spPr>
          <a:xfrm>
            <a:off x="4297650" y="4602875"/>
            <a:ext cx="548700" cy="333600"/>
          </a:xfrm>
          <a:prstGeom prst="rect">
            <a:avLst/>
          </a:prstGeom>
        </p:spPr>
        <p:txBody>
          <a:bodyPr spcFirstLastPara="1" wrap="square" lIns="91425" tIns="91425" rIns="91425" bIns="91425" anchor="t" anchorCtr="0">
            <a:noAutofit/>
          </a:bodyPr>
          <a:lstStyle>
            <a:lvl1pPr lvl="0" algn="ctr" rtl="0">
              <a:buNone/>
              <a:defRPr>
                <a:solidFill>
                  <a:schemeClr val="dk2"/>
                </a:solidFill>
              </a:defRPr>
            </a:lvl1pPr>
            <a:lvl2pPr lvl="1" algn="ctr" rtl="0">
              <a:buNone/>
              <a:defRPr>
                <a:solidFill>
                  <a:schemeClr val="dk2"/>
                </a:solidFill>
              </a:defRPr>
            </a:lvl2pPr>
            <a:lvl3pPr lvl="2" algn="ctr" rtl="0">
              <a:buNone/>
              <a:defRPr>
                <a:solidFill>
                  <a:schemeClr val="dk2"/>
                </a:solidFill>
              </a:defRPr>
            </a:lvl3pPr>
            <a:lvl4pPr lvl="3" algn="ctr" rtl="0">
              <a:buNone/>
              <a:defRPr>
                <a:solidFill>
                  <a:schemeClr val="dk2"/>
                </a:solidFill>
              </a:defRPr>
            </a:lvl4pPr>
            <a:lvl5pPr lvl="4" algn="ctr" rtl="0">
              <a:buNone/>
              <a:defRPr>
                <a:solidFill>
                  <a:schemeClr val="dk2"/>
                </a:solidFill>
              </a:defRPr>
            </a:lvl5pPr>
            <a:lvl6pPr lvl="5" algn="ctr" rtl="0">
              <a:buNone/>
              <a:defRPr>
                <a:solidFill>
                  <a:schemeClr val="dk2"/>
                </a:solidFill>
              </a:defRPr>
            </a:lvl6pPr>
            <a:lvl7pPr lvl="6" algn="ctr" rtl="0">
              <a:buNone/>
              <a:defRPr>
                <a:solidFill>
                  <a:schemeClr val="dk2"/>
                </a:solidFill>
              </a:defRPr>
            </a:lvl7pPr>
            <a:lvl8pPr lvl="7" algn="ctr" rtl="0">
              <a:buNone/>
              <a:defRPr>
                <a:solidFill>
                  <a:schemeClr val="dk2"/>
                </a:solidFill>
              </a:defRPr>
            </a:lvl8pPr>
            <a:lvl9pPr lvl="8" algn="ctr" rtl="0">
              <a:buNone/>
              <a:defRPr>
                <a:solidFill>
                  <a:schemeClr val="dk2"/>
                </a:solidFill>
              </a:defRPr>
            </a:lvl9pPr>
          </a:lstStyle>
          <a:p>
            <a:pPr marL="0" lvl="0" indent="0" algn="ctr" rtl="0">
              <a:spcBef>
                <a:spcPts val="0"/>
              </a:spcBef>
              <a:spcAft>
                <a:spcPts val="0"/>
              </a:spcAft>
              <a:buNone/>
            </a:pPr>
            <a:fld id="{00000000-1234-1234-1234-123412341234}" type="slidenum">
              <a:rPr lang="en"/>
              <a:pPr marL="0" lvl="0" indent="0" algn="ctr" rtl="0">
                <a:spcBef>
                  <a:spcPts val="0"/>
                </a:spcBef>
                <a:spcAft>
                  <a:spcPts val="0"/>
                </a:spcAft>
                <a:buNone/>
              </a:pPr>
              <a:t>‹#›</a:t>
            </a:fld>
            <a:endParaRPr/>
          </a:p>
        </p:txBody>
      </p:sp>
      <p:cxnSp>
        <p:nvCxnSpPr>
          <p:cNvPr id="91" name="Google Shape;91;p11"/>
          <p:cNvCxnSpPr/>
          <p:nvPr/>
        </p:nvCxnSpPr>
        <p:spPr>
          <a:xfrm>
            <a:off x="4957950" y="4798838"/>
            <a:ext cx="3803400" cy="0"/>
          </a:xfrm>
          <a:prstGeom prst="straightConnector1">
            <a:avLst/>
          </a:prstGeom>
          <a:noFill/>
          <a:ln w="19050" cap="flat" cmpd="sng">
            <a:solidFill>
              <a:schemeClr val="lt1"/>
            </a:solidFill>
            <a:prstDash val="solid"/>
            <a:round/>
            <a:headEnd type="none" w="med" len="med"/>
            <a:tailEnd type="oval" w="med" len="med"/>
          </a:ln>
        </p:spPr>
      </p:cxnSp>
      <p:sp>
        <p:nvSpPr>
          <p:cNvPr id="92" name="Google Shape;92;p11"/>
          <p:cNvSpPr txBox="1">
            <a:spLocks noGrp="1"/>
          </p:cNvSpPr>
          <p:nvPr>
            <p:ph type="title" hasCustomPrompt="1"/>
          </p:nvPr>
        </p:nvSpPr>
        <p:spPr>
          <a:xfrm>
            <a:off x="1284000" y="1429725"/>
            <a:ext cx="6576000" cy="1408800"/>
          </a:xfrm>
          <a:prstGeom prst="rect">
            <a:avLst/>
          </a:prstGeom>
        </p:spPr>
        <p:txBody>
          <a:bodyPr spcFirstLastPara="1" wrap="square" lIns="91425" tIns="91425" rIns="91425" bIns="91425" anchor="ctr" anchorCtr="0">
            <a:noAutofit/>
          </a:bodyPr>
          <a:lstStyle>
            <a:lvl1pPr lvl="0" algn="ctr">
              <a:spcBef>
                <a:spcPts val="0"/>
              </a:spcBef>
              <a:spcAft>
                <a:spcPts val="0"/>
              </a:spcAft>
              <a:buSzPts val="9600"/>
              <a:buNone/>
              <a:defRPr sz="6000">
                <a:solidFill>
                  <a:schemeClr val="dk2"/>
                </a:solidFill>
              </a:defRPr>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93" name="Google Shape;93;p11"/>
          <p:cNvSpPr txBox="1">
            <a:spLocks noGrp="1"/>
          </p:cNvSpPr>
          <p:nvPr>
            <p:ph type="subTitle" idx="1"/>
          </p:nvPr>
        </p:nvSpPr>
        <p:spPr>
          <a:xfrm>
            <a:off x="1284000" y="2985500"/>
            <a:ext cx="6576000" cy="497100"/>
          </a:xfrm>
          <a:prstGeom prst="rect">
            <a:avLst/>
          </a:prstGeom>
          <a:ln w="19050" cap="flat" cmpd="sng">
            <a:solidFill>
              <a:schemeClr val="lt1"/>
            </a:solidFill>
            <a:prstDash val="solid"/>
            <a:round/>
            <a:headEnd type="none" w="sm" len="sm"/>
            <a:tailEnd type="none" w="sm" len="sm"/>
          </a:ln>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1600"/>
            </a:lvl1pPr>
            <a:lvl2pPr lvl="1" algn="ctr" rtl="0">
              <a:lnSpc>
                <a:spcPct val="100000"/>
              </a:lnSpc>
              <a:spcBef>
                <a:spcPts val="0"/>
              </a:spcBef>
              <a:spcAft>
                <a:spcPts val="0"/>
              </a:spcAft>
              <a:buSzPts val="1600"/>
              <a:buNone/>
              <a:defRPr sz="1600"/>
            </a:lvl2pPr>
            <a:lvl3pPr lvl="2" algn="ctr" rtl="0">
              <a:lnSpc>
                <a:spcPct val="100000"/>
              </a:lnSpc>
              <a:spcBef>
                <a:spcPts val="1600"/>
              </a:spcBef>
              <a:spcAft>
                <a:spcPts val="0"/>
              </a:spcAft>
              <a:buSzPts val="1600"/>
              <a:buNone/>
              <a:defRPr sz="1600"/>
            </a:lvl3pPr>
            <a:lvl4pPr lvl="3" algn="ctr" rtl="0">
              <a:lnSpc>
                <a:spcPct val="100000"/>
              </a:lnSpc>
              <a:spcBef>
                <a:spcPts val="1600"/>
              </a:spcBef>
              <a:spcAft>
                <a:spcPts val="0"/>
              </a:spcAft>
              <a:buSzPts val="1600"/>
              <a:buNone/>
              <a:defRPr sz="1600"/>
            </a:lvl4pPr>
            <a:lvl5pPr lvl="4" algn="ctr" rtl="0">
              <a:lnSpc>
                <a:spcPct val="100000"/>
              </a:lnSpc>
              <a:spcBef>
                <a:spcPts val="1600"/>
              </a:spcBef>
              <a:spcAft>
                <a:spcPts val="0"/>
              </a:spcAft>
              <a:buSzPts val="1600"/>
              <a:buNone/>
              <a:defRPr sz="1600"/>
            </a:lvl5pPr>
            <a:lvl6pPr lvl="5" algn="ctr" rtl="0">
              <a:lnSpc>
                <a:spcPct val="100000"/>
              </a:lnSpc>
              <a:spcBef>
                <a:spcPts val="1600"/>
              </a:spcBef>
              <a:spcAft>
                <a:spcPts val="0"/>
              </a:spcAft>
              <a:buSzPts val="1600"/>
              <a:buNone/>
              <a:defRPr sz="1600"/>
            </a:lvl6pPr>
            <a:lvl7pPr lvl="6" algn="ctr" rtl="0">
              <a:lnSpc>
                <a:spcPct val="100000"/>
              </a:lnSpc>
              <a:spcBef>
                <a:spcPts val="1600"/>
              </a:spcBef>
              <a:spcAft>
                <a:spcPts val="0"/>
              </a:spcAft>
              <a:buSzPts val="1600"/>
              <a:buNone/>
              <a:defRPr sz="1600"/>
            </a:lvl7pPr>
            <a:lvl8pPr lvl="7" algn="ctr" rtl="0">
              <a:lnSpc>
                <a:spcPct val="100000"/>
              </a:lnSpc>
              <a:spcBef>
                <a:spcPts val="1600"/>
              </a:spcBef>
              <a:spcAft>
                <a:spcPts val="0"/>
              </a:spcAft>
              <a:buSzPts val="1600"/>
              <a:buNone/>
              <a:defRPr sz="1600"/>
            </a:lvl8pPr>
            <a:lvl9pPr lvl="8" algn="ctr" rtl="0">
              <a:lnSpc>
                <a:spcPct val="100000"/>
              </a:lnSpc>
              <a:spcBef>
                <a:spcPts val="1600"/>
              </a:spcBef>
              <a:spcAft>
                <a:spcPts val="1600"/>
              </a:spcAft>
              <a:buSzPts val="1600"/>
              <a:buNone/>
              <a:defRPr sz="1600"/>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Quote">
  <p:cSld name="BLANK_1_1">
    <p:spTree>
      <p:nvGrpSpPr>
        <p:cNvPr id="1" name="Shape 122"/>
        <p:cNvGrpSpPr/>
        <p:nvPr/>
      </p:nvGrpSpPr>
      <p:grpSpPr>
        <a:xfrm>
          <a:off x="0" y="0"/>
          <a:ext cx="0" cy="0"/>
          <a:chOff x="0" y="0"/>
          <a:chExt cx="0" cy="0"/>
        </a:xfrm>
      </p:grpSpPr>
      <p:sp>
        <p:nvSpPr>
          <p:cNvPr id="123" name="Google Shape;123;p14"/>
          <p:cNvSpPr/>
          <p:nvPr/>
        </p:nvSpPr>
        <p:spPr>
          <a:xfrm>
            <a:off x="145950" y="149100"/>
            <a:ext cx="8852100" cy="48453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24" name="Google Shape;124;p14"/>
          <p:cNvCxnSpPr/>
          <p:nvPr/>
        </p:nvCxnSpPr>
        <p:spPr>
          <a:xfrm>
            <a:off x="382625" y="339563"/>
            <a:ext cx="3803400" cy="0"/>
          </a:xfrm>
          <a:prstGeom prst="straightConnector1">
            <a:avLst/>
          </a:prstGeom>
          <a:noFill/>
          <a:ln w="19050" cap="flat" cmpd="sng">
            <a:solidFill>
              <a:schemeClr val="lt1"/>
            </a:solidFill>
            <a:prstDash val="solid"/>
            <a:round/>
            <a:headEnd type="oval" w="med" len="med"/>
            <a:tailEnd type="none" w="med" len="med"/>
          </a:ln>
        </p:spPr>
      </p:cxnSp>
      <p:sp>
        <p:nvSpPr>
          <p:cNvPr id="125" name="Google Shape;125;p14"/>
          <p:cNvSpPr/>
          <p:nvPr/>
        </p:nvSpPr>
        <p:spPr>
          <a:xfrm>
            <a:off x="4452300" y="219875"/>
            <a:ext cx="239400" cy="239400"/>
          </a:xfrm>
          <a:prstGeom prst="star4">
            <a:avLst>
              <a:gd name="adj" fmla="val 15727"/>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26" name="Google Shape;126;p14"/>
          <p:cNvCxnSpPr/>
          <p:nvPr/>
        </p:nvCxnSpPr>
        <p:spPr>
          <a:xfrm>
            <a:off x="4957925" y="339563"/>
            <a:ext cx="3803400" cy="0"/>
          </a:xfrm>
          <a:prstGeom prst="straightConnector1">
            <a:avLst/>
          </a:prstGeom>
          <a:noFill/>
          <a:ln w="19050" cap="flat" cmpd="sng">
            <a:solidFill>
              <a:schemeClr val="lt1"/>
            </a:solidFill>
            <a:prstDash val="solid"/>
            <a:round/>
            <a:headEnd type="none" w="med" len="med"/>
            <a:tailEnd type="oval" w="med" len="med"/>
          </a:ln>
        </p:spPr>
      </p:cxnSp>
      <p:cxnSp>
        <p:nvCxnSpPr>
          <p:cNvPr id="127" name="Google Shape;127;p14"/>
          <p:cNvCxnSpPr/>
          <p:nvPr/>
        </p:nvCxnSpPr>
        <p:spPr>
          <a:xfrm>
            <a:off x="382650" y="4798838"/>
            <a:ext cx="3803400" cy="0"/>
          </a:xfrm>
          <a:prstGeom prst="straightConnector1">
            <a:avLst/>
          </a:prstGeom>
          <a:noFill/>
          <a:ln w="19050" cap="flat" cmpd="sng">
            <a:solidFill>
              <a:schemeClr val="lt1"/>
            </a:solidFill>
            <a:prstDash val="solid"/>
            <a:round/>
            <a:headEnd type="oval" w="med" len="med"/>
            <a:tailEnd type="none" w="med" len="med"/>
          </a:ln>
        </p:spPr>
      </p:cxnSp>
      <p:sp>
        <p:nvSpPr>
          <p:cNvPr id="128" name="Google Shape;128;p14"/>
          <p:cNvSpPr txBox="1">
            <a:spLocks noGrp="1"/>
          </p:cNvSpPr>
          <p:nvPr>
            <p:ph type="sldNum" idx="12"/>
          </p:nvPr>
        </p:nvSpPr>
        <p:spPr>
          <a:xfrm>
            <a:off x="4297650" y="4602875"/>
            <a:ext cx="548700" cy="333600"/>
          </a:xfrm>
          <a:prstGeom prst="rect">
            <a:avLst/>
          </a:prstGeom>
        </p:spPr>
        <p:txBody>
          <a:bodyPr spcFirstLastPara="1" wrap="square" lIns="91425" tIns="91425" rIns="91425" bIns="91425" anchor="t" anchorCtr="0">
            <a:noAutofit/>
          </a:bodyPr>
          <a:lstStyle>
            <a:lvl1pPr lvl="0" algn="ctr" rtl="0">
              <a:buNone/>
              <a:defRPr>
                <a:solidFill>
                  <a:schemeClr val="dk2"/>
                </a:solidFill>
              </a:defRPr>
            </a:lvl1pPr>
            <a:lvl2pPr lvl="1" algn="ctr" rtl="0">
              <a:buNone/>
              <a:defRPr>
                <a:solidFill>
                  <a:schemeClr val="dk2"/>
                </a:solidFill>
              </a:defRPr>
            </a:lvl2pPr>
            <a:lvl3pPr lvl="2" algn="ctr" rtl="0">
              <a:buNone/>
              <a:defRPr>
                <a:solidFill>
                  <a:schemeClr val="dk2"/>
                </a:solidFill>
              </a:defRPr>
            </a:lvl3pPr>
            <a:lvl4pPr lvl="3" algn="ctr" rtl="0">
              <a:buNone/>
              <a:defRPr>
                <a:solidFill>
                  <a:schemeClr val="dk2"/>
                </a:solidFill>
              </a:defRPr>
            </a:lvl4pPr>
            <a:lvl5pPr lvl="4" algn="ctr" rtl="0">
              <a:buNone/>
              <a:defRPr>
                <a:solidFill>
                  <a:schemeClr val="dk2"/>
                </a:solidFill>
              </a:defRPr>
            </a:lvl5pPr>
            <a:lvl6pPr lvl="5" algn="ctr" rtl="0">
              <a:buNone/>
              <a:defRPr>
                <a:solidFill>
                  <a:schemeClr val="dk2"/>
                </a:solidFill>
              </a:defRPr>
            </a:lvl6pPr>
            <a:lvl7pPr lvl="6" algn="ctr" rtl="0">
              <a:buNone/>
              <a:defRPr>
                <a:solidFill>
                  <a:schemeClr val="dk2"/>
                </a:solidFill>
              </a:defRPr>
            </a:lvl7pPr>
            <a:lvl8pPr lvl="7" algn="ctr" rtl="0">
              <a:buNone/>
              <a:defRPr>
                <a:solidFill>
                  <a:schemeClr val="dk2"/>
                </a:solidFill>
              </a:defRPr>
            </a:lvl8pPr>
            <a:lvl9pPr lvl="8" algn="ctr" rtl="0">
              <a:buNone/>
              <a:defRPr>
                <a:solidFill>
                  <a:schemeClr val="dk2"/>
                </a:solidFill>
              </a:defRPr>
            </a:lvl9pPr>
          </a:lstStyle>
          <a:p>
            <a:pPr marL="0" lvl="0" indent="0" algn="ctr" rtl="0">
              <a:spcBef>
                <a:spcPts val="0"/>
              </a:spcBef>
              <a:spcAft>
                <a:spcPts val="0"/>
              </a:spcAft>
              <a:buNone/>
            </a:pPr>
            <a:fld id="{00000000-1234-1234-1234-123412341234}" type="slidenum">
              <a:rPr lang="en"/>
              <a:pPr marL="0" lvl="0" indent="0" algn="ctr" rtl="0">
                <a:spcBef>
                  <a:spcPts val="0"/>
                </a:spcBef>
                <a:spcAft>
                  <a:spcPts val="0"/>
                </a:spcAft>
                <a:buNone/>
              </a:pPr>
              <a:t>‹#›</a:t>
            </a:fld>
            <a:endParaRPr/>
          </a:p>
        </p:txBody>
      </p:sp>
      <p:cxnSp>
        <p:nvCxnSpPr>
          <p:cNvPr id="129" name="Google Shape;129;p14"/>
          <p:cNvCxnSpPr/>
          <p:nvPr/>
        </p:nvCxnSpPr>
        <p:spPr>
          <a:xfrm>
            <a:off x="4957950" y="4798838"/>
            <a:ext cx="3803400" cy="0"/>
          </a:xfrm>
          <a:prstGeom prst="straightConnector1">
            <a:avLst/>
          </a:prstGeom>
          <a:noFill/>
          <a:ln w="19050" cap="flat" cmpd="sng">
            <a:solidFill>
              <a:schemeClr val="lt1"/>
            </a:solidFill>
            <a:prstDash val="solid"/>
            <a:round/>
            <a:headEnd type="none" w="med" len="med"/>
            <a:tailEnd type="oval" w="med" len="med"/>
          </a:ln>
        </p:spPr>
      </p:cxnSp>
      <p:sp>
        <p:nvSpPr>
          <p:cNvPr id="130" name="Google Shape;130;p14"/>
          <p:cNvSpPr txBox="1">
            <a:spLocks noGrp="1"/>
          </p:cNvSpPr>
          <p:nvPr>
            <p:ph type="title"/>
          </p:nvPr>
        </p:nvSpPr>
        <p:spPr>
          <a:xfrm>
            <a:off x="969900" y="3387600"/>
            <a:ext cx="7204200" cy="531900"/>
          </a:xfrm>
          <a:prstGeom prst="rect">
            <a:avLst/>
          </a:prstGeom>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lvl1pPr lvl="0" algn="ctr" rtl="0">
              <a:lnSpc>
                <a:spcPct val="115000"/>
              </a:lnSpc>
              <a:spcBef>
                <a:spcPts val="0"/>
              </a:spcBef>
              <a:spcAft>
                <a:spcPts val="0"/>
              </a:spcAft>
              <a:buSzPts val="3000"/>
              <a:buNone/>
              <a:defRPr>
                <a:solidFill>
                  <a:schemeClr val="dk2"/>
                </a:solidFill>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endParaRPr/>
          </a:p>
        </p:txBody>
      </p:sp>
      <p:sp>
        <p:nvSpPr>
          <p:cNvPr id="131" name="Google Shape;131;p14"/>
          <p:cNvSpPr txBox="1">
            <a:spLocks noGrp="1"/>
          </p:cNvSpPr>
          <p:nvPr>
            <p:ph type="subTitle" idx="1"/>
          </p:nvPr>
        </p:nvSpPr>
        <p:spPr>
          <a:xfrm>
            <a:off x="969900" y="1312625"/>
            <a:ext cx="7204200" cy="1478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3000"/>
            </a:lvl1pPr>
            <a:lvl2pPr lvl="1" algn="ctr" rtl="0">
              <a:lnSpc>
                <a:spcPct val="100000"/>
              </a:lnSpc>
              <a:spcBef>
                <a:spcPts val="0"/>
              </a:spcBef>
              <a:spcAft>
                <a:spcPts val="0"/>
              </a:spcAft>
              <a:buSzPts val="3000"/>
              <a:buNone/>
              <a:defRPr sz="3000"/>
            </a:lvl2pPr>
            <a:lvl3pPr lvl="2" algn="ctr" rtl="0">
              <a:lnSpc>
                <a:spcPct val="100000"/>
              </a:lnSpc>
              <a:spcBef>
                <a:spcPts val="1600"/>
              </a:spcBef>
              <a:spcAft>
                <a:spcPts val="0"/>
              </a:spcAft>
              <a:buSzPts val="3000"/>
              <a:buNone/>
              <a:defRPr sz="3000"/>
            </a:lvl3pPr>
            <a:lvl4pPr lvl="3" algn="ctr" rtl="0">
              <a:lnSpc>
                <a:spcPct val="100000"/>
              </a:lnSpc>
              <a:spcBef>
                <a:spcPts val="1600"/>
              </a:spcBef>
              <a:spcAft>
                <a:spcPts val="0"/>
              </a:spcAft>
              <a:buSzPts val="3000"/>
              <a:buNone/>
              <a:defRPr sz="3000"/>
            </a:lvl4pPr>
            <a:lvl5pPr lvl="4" algn="ctr" rtl="0">
              <a:lnSpc>
                <a:spcPct val="100000"/>
              </a:lnSpc>
              <a:spcBef>
                <a:spcPts val="1600"/>
              </a:spcBef>
              <a:spcAft>
                <a:spcPts val="0"/>
              </a:spcAft>
              <a:buSzPts val="3000"/>
              <a:buNone/>
              <a:defRPr sz="3000"/>
            </a:lvl5pPr>
            <a:lvl6pPr lvl="5" algn="ctr" rtl="0">
              <a:lnSpc>
                <a:spcPct val="100000"/>
              </a:lnSpc>
              <a:spcBef>
                <a:spcPts val="1600"/>
              </a:spcBef>
              <a:spcAft>
                <a:spcPts val="0"/>
              </a:spcAft>
              <a:buSzPts val="3000"/>
              <a:buNone/>
              <a:defRPr sz="3000"/>
            </a:lvl6pPr>
            <a:lvl7pPr lvl="6" algn="ctr" rtl="0">
              <a:lnSpc>
                <a:spcPct val="100000"/>
              </a:lnSpc>
              <a:spcBef>
                <a:spcPts val="1600"/>
              </a:spcBef>
              <a:spcAft>
                <a:spcPts val="0"/>
              </a:spcAft>
              <a:buSzPts val="3000"/>
              <a:buNone/>
              <a:defRPr sz="3000"/>
            </a:lvl7pPr>
            <a:lvl8pPr lvl="7" algn="ctr" rtl="0">
              <a:lnSpc>
                <a:spcPct val="100000"/>
              </a:lnSpc>
              <a:spcBef>
                <a:spcPts val="1600"/>
              </a:spcBef>
              <a:spcAft>
                <a:spcPts val="0"/>
              </a:spcAft>
              <a:buSzPts val="3000"/>
              <a:buNone/>
              <a:defRPr sz="3000"/>
            </a:lvl8pPr>
            <a:lvl9pPr lvl="8" algn="ctr" rtl="0">
              <a:lnSpc>
                <a:spcPct val="100000"/>
              </a:lnSpc>
              <a:spcBef>
                <a:spcPts val="1600"/>
              </a:spcBef>
              <a:spcAft>
                <a:spcPts val="1600"/>
              </a:spcAft>
              <a:buSzPts val="3000"/>
              <a:buNone/>
              <a:defRPr sz="3000"/>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text">
  <p:cSld name="CUSTOM_9">
    <p:spTree>
      <p:nvGrpSpPr>
        <p:cNvPr id="1" name="Shape 132"/>
        <p:cNvGrpSpPr/>
        <p:nvPr/>
      </p:nvGrpSpPr>
      <p:grpSpPr>
        <a:xfrm>
          <a:off x="0" y="0"/>
          <a:ext cx="0" cy="0"/>
          <a:chOff x="0" y="0"/>
          <a:chExt cx="0" cy="0"/>
        </a:xfrm>
      </p:grpSpPr>
      <p:sp>
        <p:nvSpPr>
          <p:cNvPr id="133" name="Google Shape;133;p15"/>
          <p:cNvSpPr/>
          <p:nvPr/>
        </p:nvSpPr>
        <p:spPr>
          <a:xfrm>
            <a:off x="145950" y="149100"/>
            <a:ext cx="8852100" cy="48453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34" name="Google Shape;134;p15"/>
          <p:cNvCxnSpPr/>
          <p:nvPr/>
        </p:nvCxnSpPr>
        <p:spPr>
          <a:xfrm>
            <a:off x="382625" y="339563"/>
            <a:ext cx="3803400" cy="0"/>
          </a:xfrm>
          <a:prstGeom prst="straightConnector1">
            <a:avLst/>
          </a:prstGeom>
          <a:noFill/>
          <a:ln w="19050" cap="flat" cmpd="sng">
            <a:solidFill>
              <a:schemeClr val="lt1"/>
            </a:solidFill>
            <a:prstDash val="solid"/>
            <a:round/>
            <a:headEnd type="oval" w="med" len="med"/>
            <a:tailEnd type="none" w="med" len="med"/>
          </a:ln>
        </p:spPr>
      </p:cxnSp>
      <p:sp>
        <p:nvSpPr>
          <p:cNvPr id="135" name="Google Shape;135;p15"/>
          <p:cNvSpPr/>
          <p:nvPr/>
        </p:nvSpPr>
        <p:spPr>
          <a:xfrm>
            <a:off x="4452300" y="219875"/>
            <a:ext cx="239400" cy="239400"/>
          </a:xfrm>
          <a:prstGeom prst="star4">
            <a:avLst>
              <a:gd name="adj" fmla="val 15727"/>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36" name="Google Shape;136;p15"/>
          <p:cNvCxnSpPr/>
          <p:nvPr/>
        </p:nvCxnSpPr>
        <p:spPr>
          <a:xfrm>
            <a:off x="4957925" y="339563"/>
            <a:ext cx="3803400" cy="0"/>
          </a:xfrm>
          <a:prstGeom prst="straightConnector1">
            <a:avLst/>
          </a:prstGeom>
          <a:noFill/>
          <a:ln w="19050" cap="flat" cmpd="sng">
            <a:solidFill>
              <a:schemeClr val="lt1"/>
            </a:solidFill>
            <a:prstDash val="solid"/>
            <a:round/>
            <a:headEnd type="none" w="med" len="med"/>
            <a:tailEnd type="oval" w="med" len="med"/>
          </a:ln>
        </p:spPr>
      </p:cxnSp>
      <p:cxnSp>
        <p:nvCxnSpPr>
          <p:cNvPr id="137" name="Google Shape;137;p15"/>
          <p:cNvCxnSpPr/>
          <p:nvPr/>
        </p:nvCxnSpPr>
        <p:spPr>
          <a:xfrm>
            <a:off x="382650" y="4798838"/>
            <a:ext cx="3803400" cy="0"/>
          </a:xfrm>
          <a:prstGeom prst="straightConnector1">
            <a:avLst/>
          </a:prstGeom>
          <a:noFill/>
          <a:ln w="19050" cap="flat" cmpd="sng">
            <a:solidFill>
              <a:schemeClr val="lt1"/>
            </a:solidFill>
            <a:prstDash val="solid"/>
            <a:round/>
            <a:headEnd type="oval" w="med" len="med"/>
            <a:tailEnd type="none" w="med" len="med"/>
          </a:ln>
        </p:spPr>
      </p:cxnSp>
      <p:sp>
        <p:nvSpPr>
          <p:cNvPr id="138" name="Google Shape;138;p15"/>
          <p:cNvSpPr txBox="1">
            <a:spLocks noGrp="1"/>
          </p:cNvSpPr>
          <p:nvPr>
            <p:ph type="sldNum" idx="12"/>
          </p:nvPr>
        </p:nvSpPr>
        <p:spPr>
          <a:xfrm>
            <a:off x="4297650" y="4602875"/>
            <a:ext cx="548700" cy="333600"/>
          </a:xfrm>
          <a:prstGeom prst="rect">
            <a:avLst/>
          </a:prstGeom>
        </p:spPr>
        <p:txBody>
          <a:bodyPr spcFirstLastPara="1" wrap="square" lIns="91425" tIns="91425" rIns="91425" bIns="91425" anchor="t" anchorCtr="0">
            <a:noAutofit/>
          </a:bodyPr>
          <a:lstStyle>
            <a:lvl1pPr lvl="0" algn="ctr" rtl="0">
              <a:buNone/>
              <a:defRPr>
                <a:solidFill>
                  <a:schemeClr val="dk2"/>
                </a:solidFill>
              </a:defRPr>
            </a:lvl1pPr>
            <a:lvl2pPr lvl="1" algn="ctr" rtl="0">
              <a:buNone/>
              <a:defRPr>
                <a:solidFill>
                  <a:schemeClr val="dk2"/>
                </a:solidFill>
              </a:defRPr>
            </a:lvl2pPr>
            <a:lvl3pPr lvl="2" algn="ctr" rtl="0">
              <a:buNone/>
              <a:defRPr>
                <a:solidFill>
                  <a:schemeClr val="dk2"/>
                </a:solidFill>
              </a:defRPr>
            </a:lvl3pPr>
            <a:lvl4pPr lvl="3" algn="ctr" rtl="0">
              <a:buNone/>
              <a:defRPr>
                <a:solidFill>
                  <a:schemeClr val="dk2"/>
                </a:solidFill>
              </a:defRPr>
            </a:lvl4pPr>
            <a:lvl5pPr lvl="4" algn="ctr" rtl="0">
              <a:buNone/>
              <a:defRPr>
                <a:solidFill>
                  <a:schemeClr val="dk2"/>
                </a:solidFill>
              </a:defRPr>
            </a:lvl5pPr>
            <a:lvl6pPr lvl="5" algn="ctr" rtl="0">
              <a:buNone/>
              <a:defRPr>
                <a:solidFill>
                  <a:schemeClr val="dk2"/>
                </a:solidFill>
              </a:defRPr>
            </a:lvl6pPr>
            <a:lvl7pPr lvl="6" algn="ctr" rtl="0">
              <a:buNone/>
              <a:defRPr>
                <a:solidFill>
                  <a:schemeClr val="dk2"/>
                </a:solidFill>
              </a:defRPr>
            </a:lvl7pPr>
            <a:lvl8pPr lvl="7" algn="ctr" rtl="0">
              <a:buNone/>
              <a:defRPr>
                <a:solidFill>
                  <a:schemeClr val="dk2"/>
                </a:solidFill>
              </a:defRPr>
            </a:lvl8pPr>
            <a:lvl9pPr lvl="8" algn="ctr" rtl="0">
              <a:buNone/>
              <a:defRPr>
                <a:solidFill>
                  <a:schemeClr val="dk2"/>
                </a:solidFill>
              </a:defRPr>
            </a:lvl9pPr>
          </a:lstStyle>
          <a:p>
            <a:pPr marL="0" lvl="0" indent="0" algn="ctr" rtl="0">
              <a:spcBef>
                <a:spcPts val="0"/>
              </a:spcBef>
              <a:spcAft>
                <a:spcPts val="0"/>
              </a:spcAft>
              <a:buNone/>
            </a:pPr>
            <a:fld id="{00000000-1234-1234-1234-123412341234}" type="slidenum">
              <a:rPr lang="en"/>
              <a:pPr marL="0" lvl="0" indent="0" algn="ctr" rtl="0">
                <a:spcBef>
                  <a:spcPts val="0"/>
                </a:spcBef>
                <a:spcAft>
                  <a:spcPts val="0"/>
                </a:spcAft>
                <a:buNone/>
              </a:pPr>
              <a:t>‹#›</a:t>
            </a:fld>
            <a:endParaRPr/>
          </a:p>
        </p:txBody>
      </p:sp>
      <p:cxnSp>
        <p:nvCxnSpPr>
          <p:cNvPr id="139" name="Google Shape;139;p15"/>
          <p:cNvCxnSpPr/>
          <p:nvPr/>
        </p:nvCxnSpPr>
        <p:spPr>
          <a:xfrm>
            <a:off x="4957950" y="4798838"/>
            <a:ext cx="3803400" cy="0"/>
          </a:xfrm>
          <a:prstGeom prst="straightConnector1">
            <a:avLst/>
          </a:prstGeom>
          <a:noFill/>
          <a:ln w="19050" cap="flat" cmpd="sng">
            <a:solidFill>
              <a:schemeClr val="lt1"/>
            </a:solidFill>
            <a:prstDash val="solid"/>
            <a:round/>
            <a:headEnd type="none" w="med" len="med"/>
            <a:tailEnd type="oval" w="med" len="med"/>
          </a:ln>
        </p:spPr>
      </p:cxnSp>
      <p:sp>
        <p:nvSpPr>
          <p:cNvPr id="140" name="Google Shape;140;p15"/>
          <p:cNvSpPr txBox="1">
            <a:spLocks noGrp="1"/>
          </p:cNvSpPr>
          <p:nvPr>
            <p:ph type="title"/>
          </p:nvPr>
        </p:nvSpPr>
        <p:spPr>
          <a:xfrm>
            <a:off x="720000" y="1148563"/>
            <a:ext cx="3944700" cy="16071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41" name="Google Shape;141;p15"/>
          <p:cNvSpPr txBox="1">
            <a:spLocks noGrp="1"/>
          </p:cNvSpPr>
          <p:nvPr>
            <p:ph type="subTitle" idx="1"/>
          </p:nvPr>
        </p:nvSpPr>
        <p:spPr>
          <a:xfrm>
            <a:off x="720000" y="2878638"/>
            <a:ext cx="3944700" cy="11163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a:lvl1pPr>
            <a:lvl2pPr lvl="1" algn="ctr" rtl="0">
              <a:lnSpc>
                <a:spcPct val="100000"/>
              </a:lnSpc>
              <a:spcBef>
                <a:spcPts val="160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142" name="Google Shape;142;p15"/>
          <p:cNvSpPr>
            <a:spLocks noGrp="1"/>
          </p:cNvSpPr>
          <p:nvPr>
            <p:ph type="pic" idx="2"/>
          </p:nvPr>
        </p:nvSpPr>
        <p:spPr>
          <a:xfrm>
            <a:off x="5149825" y="691038"/>
            <a:ext cx="3070800" cy="3761400"/>
          </a:xfrm>
          <a:prstGeom prst="ellipse">
            <a:avLst/>
          </a:prstGeom>
          <a:noFill/>
          <a:ln w="19050" cap="flat" cmpd="sng">
            <a:solidFill>
              <a:schemeClr val="dk2"/>
            </a:solidFill>
            <a:prstDash val="solid"/>
            <a:round/>
            <a:headEnd type="none" w="sm" len="sm"/>
            <a:tailEnd type="none" w="sm" len="sm"/>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three columns 1">
  <p:cSld name="CUSTOM_6_1">
    <p:spTree>
      <p:nvGrpSpPr>
        <p:cNvPr id="1" name="Shape 168"/>
        <p:cNvGrpSpPr/>
        <p:nvPr/>
      </p:nvGrpSpPr>
      <p:grpSpPr>
        <a:xfrm>
          <a:off x="0" y="0"/>
          <a:ext cx="0" cy="0"/>
          <a:chOff x="0" y="0"/>
          <a:chExt cx="0" cy="0"/>
        </a:xfrm>
      </p:grpSpPr>
      <p:sp>
        <p:nvSpPr>
          <p:cNvPr id="169" name="Google Shape;169;p18"/>
          <p:cNvSpPr/>
          <p:nvPr/>
        </p:nvSpPr>
        <p:spPr>
          <a:xfrm>
            <a:off x="145950" y="149100"/>
            <a:ext cx="8852100" cy="48453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70" name="Google Shape;170;p18"/>
          <p:cNvCxnSpPr/>
          <p:nvPr/>
        </p:nvCxnSpPr>
        <p:spPr>
          <a:xfrm>
            <a:off x="382625" y="339563"/>
            <a:ext cx="3803400" cy="0"/>
          </a:xfrm>
          <a:prstGeom prst="straightConnector1">
            <a:avLst/>
          </a:prstGeom>
          <a:noFill/>
          <a:ln w="19050" cap="flat" cmpd="sng">
            <a:solidFill>
              <a:schemeClr val="lt1"/>
            </a:solidFill>
            <a:prstDash val="solid"/>
            <a:round/>
            <a:headEnd type="oval" w="med" len="med"/>
            <a:tailEnd type="none" w="med" len="med"/>
          </a:ln>
        </p:spPr>
      </p:cxnSp>
      <p:sp>
        <p:nvSpPr>
          <p:cNvPr id="171" name="Google Shape;171;p18"/>
          <p:cNvSpPr/>
          <p:nvPr/>
        </p:nvSpPr>
        <p:spPr>
          <a:xfrm>
            <a:off x="4452300" y="219875"/>
            <a:ext cx="239400" cy="239400"/>
          </a:xfrm>
          <a:prstGeom prst="star4">
            <a:avLst>
              <a:gd name="adj" fmla="val 15727"/>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72" name="Google Shape;172;p18"/>
          <p:cNvCxnSpPr/>
          <p:nvPr/>
        </p:nvCxnSpPr>
        <p:spPr>
          <a:xfrm>
            <a:off x="4957925" y="339563"/>
            <a:ext cx="3803400" cy="0"/>
          </a:xfrm>
          <a:prstGeom prst="straightConnector1">
            <a:avLst/>
          </a:prstGeom>
          <a:noFill/>
          <a:ln w="19050" cap="flat" cmpd="sng">
            <a:solidFill>
              <a:schemeClr val="lt1"/>
            </a:solidFill>
            <a:prstDash val="solid"/>
            <a:round/>
            <a:headEnd type="none" w="med" len="med"/>
            <a:tailEnd type="oval" w="med" len="med"/>
          </a:ln>
        </p:spPr>
      </p:cxnSp>
      <p:cxnSp>
        <p:nvCxnSpPr>
          <p:cNvPr id="173" name="Google Shape;173;p18"/>
          <p:cNvCxnSpPr/>
          <p:nvPr/>
        </p:nvCxnSpPr>
        <p:spPr>
          <a:xfrm>
            <a:off x="382650" y="4798838"/>
            <a:ext cx="3803400" cy="0"/>
          </a:xfrm>
          <a:prstGeom prst="straightConnector1">
            <a:avLst/>
          </a:prstGeom>
          <a:noFill/>
          <a:ln w="19050" cap="flat" cmpd="sng">
            <a:solidFill>
              <a:schemeClr val="lt1"/>
            </a:solidFill>
            <a:prstDash val="solid"/>
            <a:round/>
            <a:headEnd type="oval" w="med" len="med"/>
            <a:tailEnd type="none" w="med" len="med"/>
          </a:ln>
        </p:spPr>
      </p:cxnSp>
      <p:sp>
        <p:nvSpPr>
          <p:cNvPr id="174" name="Google Shape;174;p18"/>
          <p:cNvSpPr txBox="1">
            <a:spLocks noGrp="1"/>
          </p:cNvSpPr>
          <p:nvPr>
            <p:ph type="sldNum" idx="12"/>
          </p:nvPr>
        </p:nvSpPr>
        <p:spPr>
          <a:xfrm>
            <a:off x="4297650" y="4602875"/>
            <a:ext cx="548700" cy="333600"/>
          </a:xfrm>
          <a:prstGeom prst="rect">
            <a:avLst/>
          </a:prstGeom>
        </p:spPr>
        <p:txBody>
          <a:bodyPr spcFirstLastPara="1" wrap="square" lIns="91425" tIns="91425" rIns="91425" bIns="91425" anchor="t" anchorCtr="0">
            <a:noAutofit/>
          </a:bodyPr>
          <a:lstStyle>
            <a:lvl1pPr lvl="0" algn="ctr" rtl="0">
              <a:buNone/>
              <a:defRPr>
                <a:solidFill>
                  <a:schemeClr val="dk2"/>
                </a:solidFill>
              </a:defRPr>
            </a:lvl1pPr>
            <a:lvl2pPr lvl="1" algn="ctr" rtl="0">
              <a:buNone/>
              <a:defRPr>
                <a:solidFill>
                  <a:schemeClr val="dk2"/>
                </a:solidFill>
              </a:defRPr>
            </a:lvl2pPr>
            <a:lvl3pPr lvl="2" algn="ctr" rtl="0">
              <a:buNone/>
              <a:defRPr>
                <a:solidFill>
                  <a:schemeClr val="dk2"/>
                </a:solidFill>
              </a:defRPr>
            </a:lvl3pPr>
            <a:lvl4pPr lvl="3" algn="ctr" rtl="0">
              <a:buNone/>
              <a:defRPr>
                <a:solidFill>
                  <a:schemeClr val="dk2"/>
                </a:solidFill>
              </a:defRPr>
            </a:lvl4pPr>
            <a:lvl5pPr lvl="4" algn="ctr" rtl="0">
              <a:buNone/>
              <a:defRPr>
                <a:solidFill>
                  <a:schemeClr val="dk2"/>
                </a:solidFill>
              </a:defRPr>
            </a:lvl5pPr>
            <a:lvl6pPr lvl="5" algn="ctr" rtl="0">
              <a:buNone/>
              <a:defRPr>
                <a:solidFill>
                  <a:schemeClr val="dk2"/>
                </a:solidFill>
              </a:defRPr>
            </a:lvl6pPr>
            <a:lvl7pPr lvl="6" algn="ctr" rtl="0">
              <a:buNone/>
              <a:defRPr>
                <a:solidFill>
                  <a:schemeClr val="dk2"/>
                </a:solidFill>
              </a:defRPr>
            </a:lvl7pPr>
            <a:lvl8pPr lvl="7" algn="ctr" rtl="0">
              <a:buNone/>
              <a:defRPr>
                <a:solidFill>
                  <a:schemeClr val="dk2"/>
                </a:solidFill>
              </a:defRPr>
            </a:lvl8pPr>
            <a:lvl9pPr lvl="8" algn="ctr" rtl="0">
              <a:buNone/>
              <a:defRPr>
                <a:solidFill>
                  <a:schemeClr val="dk2"/>
                </a:solidFill>
              </a:defRPr>
            </a:lvl9pPr>
          </a:lstStyle>
          <a:p>
            <a:pPr marL="0" lvl="0" indent="0" algn="ctr" rtl="0">
              <a:spcBef>
                <a:spcPts val="0"/>
              </a:spcBef>
              <a:spcAft>
                <a:spcPts val="0"/>
              </a:spcAft>
              <a:buNone/>
            </a:pPr>
            <a:fld id="{00000000-1234-1234-1234-123412341234}" type="slidenum">
              <a:rPr lang="en"/>
              <a:pPr marL="0" lvl="0" indent="0" algn="ctr" rtl="0">
                <a:spcBef>
                  <a:spcPts val="0"/>
                </a:spcBef>
                <a:spcAft>
                  <a:spcPts val="0"/>
                </a:spcAft>
                <a:buNone/>
              </a:pPr>
              <a:t>‹#›</a:t>
            </a:fld>
            <a:endParaRPr/>
          </a:p>
        </p:txBody>
      </p:sp>
      <p:cxnSp>
        <p:nvCxnSpPr>
          <p:cNvPr id="175" name="Google Shape;175;p18"/>
          <p:cNvCxnSpPr/>
          <p:nvPr/>
        </p:nvCxnSpPr>
        <p:spPr>
          <a:xfrm>
            <a:off x="4957950" y="4798838"/>
            <a:ext cx="3803400" cy="0"/>
          </a:xfrm>
          <a:prstGeom prst="straightConnector1">
            <a:avLst/>
          </a:prstGeom>
          <a:noFill/>
          <a:ln w="19050" cap="flat" cmpd="sng">
            <a:solidFill>
              <a:schemeClr val="lt1"/>
            </a:solidFill>
            <a:prstDash val="solid"/>
            <a:round/>
            <a:headEnd type="none" w="med" len="med"/>
            <a:tailEnd type="oval" w="med" len="med"/>
          </a:ln>
        </p:spPr>
      </p:cxnSp>
      <p:sp>
        <p:nvSpPr>
          <p:cNvPr id="176" name="Google Shape;176;p18"/>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77" name="Google Shape;177;p18"/>
          <p:cNvSpPr txBox="1">
            <a:spLocks noGrp="1"/>
          </p:cNvSpPr>
          <p:nvPr>
            <p:ph type="subTitle" idx="1"/>
          </p:nvPr>
        </p:nvSpPr>
        <p:spPr>
          <a:xfrm>
            <a:off x="720025" y="1610942"/>
            <a:ext cx="7704000" cy="530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a:endParaRPr/>
          </a:p>
        </p:txBody>
      </p:sp>
      <p:sp>
        <p:nvSpPr>
          <p:cNvPr id="178" name="Google Shape;178;p18"/>
          <p:cNvSpPr txBox="1">
            <a:spLocks noGrp="1"/>
          </p:cNvSpPr>
          <p:nvPr>
            <p:ph type="subTitle" idx="2"/>
          </p:nvPr>
        </p:nvSpPr>
        <p:spPr>
          <a:xfrm>
            <a:off x="720025" y="2731125"/>
            <a:ext cx="7704000" cy="527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a:endParaRPr/>
          </a:p>
        </p:txBody>
      </p:sp>
      <p:sp>
        <p:nvSpPr>
          <p:cNvPr id="179" name="Google Shape;179;p18"/>
          <p:cNvSpPr txBox="1">
            <a:spLocks noGrp="1"/>
          </p:cNvSpPr>
          <p:nvPr>
            <p:ph type="subTitle" idx="3"/>
          </p:nvPr>
        </p:nvSpPr>
        <p:spPr>
          <a:xfrm>
            <a:off x="720025" y="3851625"/>
            <a:ext cx="7704000" cy="527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a:endParaRPr/>
          </a:p>
        </p:txBody>
      </p:sp>
      <p:sp>
        <p:nvSpPr>
          <p:cNvPr id="180" name="Google Shape;180;p18"/>
          <p:cNvSpPr txBox="1">
            <a:spLocks noGrp="1"/>
          </p:cNvSpPr>
          <p:nvPr>
            <p:ph type="subTitle" idx="4"/>
          </p:nvPr>
        </p:nvSpPr>
        <p:spPr>
          <a:xfrm>
            <a:off x="720025" y="1241274"/>
            <a:ext cx="7704000" cy="393600"/>
          </a:xfrm>
          <a:prstGeom prst="rect">
            <a:avLst/>
          </a:prstGeom>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lvl1pPr lvl="0" rtl="0">
              <a:spcBef>
                <a:spcPts val="0"/>
              </a:spcBef>
              <a:spcAft>
                <a:spcPts val="0"/>
              </a:spcAft>
              <a:buSzPts val="2400"/>
              <a:buFont typeface="Bebas Neue"/>
              <a:buNone/>
              <a:defRPr sz="2000" b="1">
                <a:solidFill>
                  <a:schemeClr val="dk2"/>
                </a:solidFill>
                <a:latin typeface="Quicksand"/>
                <a:ea typeface="Quicksand"/>
                <a:cs typeface="Quicksand"/>
                <a:sym typeface="Quicksand"/>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a:endParaRPr/>
          </a:p>
        </p:txBody>
      </p:sp>
      <p:sp>
        <p:nvSpPr>
          <p:cNvPr id="181" name="Google Shape;181;p18"/>
          <p:cNvSpPr txBox="1">
            <a:spLocks noGrp="1"/>
          </p:cNvSpPr>
          <p:nvPr>
            <p:ph type="subTitle" idx="5"/>
          </p:nvPr>
        </p:nvSpPr>
        <p:spPr>
          <a:xfrm>
            <a:off x="720025" y="2350125"/>
            <a:ext cx="7704000" cy="393600"/>
          </a:xfrm>
          <a:prstGeom prst="rect">
            <a:avLst/>
          </a:prstGeom>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lvl1pPr lvl="0" rtl="0">
              <a:spcBef>
                <a:spcPts val="0"/>
              </a:spcBef>
              <a:spcAft>
                <a:spcPts val="0"/>
              </a:spcAft>
              <a:buSzPts val="2400"/>
              <a:buFont typeface="Bebas Neue"/>
              <a:buNone/>
              <a:defRPr sz="2000" b="1">
                <a:solidFill>
                  <a:schemeClr val="dk2"/>
                </a:solidFill>
                <a:latin typeface="Quicksand"/>
                <a:ea typeface="Quicksand"/>
                <a:cs typeface="Quicksand"/>
                <a:sym typeface="Quicksand"/>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a:endParaRPr/>
          </a:p>
        </p:txBody>
      </p:sp>
      <p:sp>
        <p:nvSpPr>
          <p:cNvPr id="182" name="Google Shape;182;p18"/>
          <p:cNvSpPr txBox="1">
            <a:spLocks noGrp="1"/>
          </p:cNvSpPr>
          <p:nvPr>
            <p:ph type="subTitle" idx="6"/>
          </p:nvPr>
        </p:nvSpPr>
        <p:spPr>
          <a:xfrm>
            <a:off x="720025" y="3470625"/>
            <a:ext cx="7704000" cy="393600"/>
          </a:xfrm>
          <a:prstGeom prst="rect">
            <a:avLst/>
          </a:prstGeom>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lvl1pPr lvl="0" rtl="0">
              <a:spcBef>
                <a:spcPts val="0"/>
              </a:spcBef>
              <a:spcAft>
                <a:spcPts val="0"/>
              </a:spcAft>
              <a:buSzPts val="2400"/>
              <a:buFont typeface="Bebas Neue"/>
              <a:buNone/>
              <a:defRPr sz="2000" b="1">
                <a:solidFill>
                  <a:schemeClr val="dk2"/>
                </a:solidFill>
                <a:latin typeface="Quicksand"/>
                <a:ea typeface="Quicksand"/>
                <a:cs typeface="Quicksand"/>
                <a:sym typeface="Quicksand"/>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Numbers and text">
  <p:cSld name="CUSTOM_8_1">
    <p:spTree>
      <p:nvGrpSpPr>
        <p:cNvPr id="1" name="Shape 236"/>
        <p:cNvGrpSpPr/>
        <p:nvPr/>
      </p:nvGrpSpPr>
      <p:grpSpPr>
        <a:xfrm>
          <a:off x="0" y="0"/>
          <a:ext cx="0" cy="0"/>
          <a:chOff x="0" y="0"/>
          <a:chExt cx="0" cy="0"/>
        </a:xfrm>
      </p:grpSpPr>
      <p:sp>
        <p:nvSpPr>
          <p:cNvPr id="237" name="Google Shape;237;p22"/>
          <p:cNvSpPr/>
          <p:nvPr/>
        </p:nvSpPr>
        <p:spPr>
          <a:xfrm>
            <a:off x="145950" y="149100"/>
            <a:ext cx="8852100" cy="48453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38" name="Google Shape;238;p22"/>
          <p:cNvCxnSpPr/>
          <p:nvPr/>
        </p:nvCxnSpPr>
        <p:spPr>
          <a:xfrm>
            <a:off x="382625" y="339563"/>
            <a:ext cx="3803400" cy="0"/>
          </a:xfrm>
          <a:prstGeom prst="straightConnector1">
            <a:avLst/>
          </a:prstGeom>
          <a:noFill/>
          <a:ln w="19050" cap="flat" cmpd="sng">
            <a:solidFill>
              <a:schemeClr val="lt1"/>
            </a:solidFill>
            <a:prstDash val="solid"/>
            <a:round/>
            <a:headEnd type="oval" w="med" len="med"/>
            <a:tailEnd type="none" w="med" len="med"/>
          </a:ln>
        </p:spPr>
      </p:cxnSp>
      <p:sp>
        <p:nvSpPr>
          <p:cNvPr id="239" name="Google Shape;239;p22"/>
          <p:cNvSpPr/>
          <p:nvPr/>
        </p:nvSpPr>
        <p:spPr>
          <a:xfrm>
            <a:off x="4452300" y="219875"/>
            <a:ext cx="239400" cy="239400"/>
          </a:xfrm>
          <a:prstGeom prst="star4">
            <a:avLst>
              <a:gd name="adj" fmla="val 15727"/>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40" name="Google Shape;240;p22"/>
          <p:cNvCxnSpPr/>
          <p:nvPr/>
        </p:nvCxnSpPr>
        <p:spPr>
          <a:xfrm>
            <a:off x="4957925" y="339563"/>
            <a:ext cx="3803400" cy="0"/>
          </a:xfrm>
          <a:prstGeom prst="straightConnector1">
            <a:avLst/>
          </a:prstGeom>
          <a:noFill/>
          <a:ln w="19050" cap="flat" cmpd="sng">
            <a:solidFill>
              <a:schemeClr val="lt1"/>
            </a:solidFill>
            <a:prstDash val="solid"/>
            <a:round/>
            <a:headEnd type="none" w="med" len="med"/>
            <a:tailEnd type="oval" w="med" len="med"/>
          </a:ln>
        </p:spPr>
      </p:cxnSp>
      <p:cxnSp>
        <p:nvCxnSpPr>
          <p:cNvPr id="241" name="Google Shape;241;p22"/>
          <p:cNvCxnSpPr/>
          <p:nvPr/>
        </p:nvCxnSpPr>
        <p:spPr>
          <a:xfrm>
            <a:off x="382650" y="4798838"/>
            <a:ext cx="3803400" cy="0"/>
          </a:xfrm>
          <a:prstGeom prst="straightConnector1">
            <a:avLst/>
          </a:prstGeom>
          <a:noFill/>
          <a:ln w="19050" cap="flat" cmpd="sng">
            <a:solidFill>
              <a:schemeClr val="lt1"/>
            </a:solidFill>
            <a:prstDash val="solid"/>
            <a:round/>
            <a:headEnd type="oval" w="med" len="med"/>
            <a:tailEnd type="none" w="med" len="med"/>
          </a:ln>
        </p:spPr>
      </p:cxnSp>
      <p:sp>
        <p:nvSpPr>
          <p:cNvPr id="242" name="Google Shape;242;p22"/>
          <p:cNvSpPr txBox="1">
            <a:spLocks noGrp="1"/>
          </p:cNvSpPr>
          <p:nvPr>
            <p:ph type="sldNum" idx="12"/>
          </p:nvPr>
        </p:nvSpPr>
        <p:spPr>
          <a:xfrm>
            <a:off x="4297650" y="4602875"/>
            <a:ext cx="548700" cy="333600"/>
          </a:xfrm>
          <a:prstGeom prst="rect">
            <a:avLst/>
          </a:prstGeom>
        </p:spPr>
        <p:txBody>
          <a:bodyPr spcFirstLastPara="1" wrap="square" lIns="91425" tIns="91425" rIns="91425" bIns="91425" anchor="t" anchorCtr="0">
            <a:noAutofit/>
          </a:bodyPr>
          <a:lstStyle>
            <a:lvl1pPr lvl="0" algn="ctr" rtl="0">
              <a:buNone/>
              <a:defRPr>
                <a:solidFill>
                  <a:schemeClr val="dk2"/>
                </a:solidFill>
              </a:defRPr>
            </a:lvl1pPr>
            <a:lvl2pPr lvl="1" algn="ctr" rtl="0">
              <a:buNone/>
              <a:defRPr>
                <a:solidFill>
                  <a:schemeClr val="dk2"/>
                </a:solidFill>
              </a:defRPr>
            </a:lvl2pPr>
            <a:lvl3pPr lvl="2" algn="ctr" rtl="0">
              <a:buNone/>
              <a:defRPr>
                <a:solidFill>
                  <a:schemeClr val="dk2"/>
                </a:solidFill>
              </a:defRPr>
            </a:lvl3pPr>
            <a:lvl4pPr lvl="3" algn="ctr" rtl="0">
              <a:buNone/>
              <a:defRPr>
                <a:solidFill>
                  <a:schemeClr val="dk2"/>
                </a:solidFill>
              </a:defRPr>
            </a:lvl4pPr>
            <a:lvl5pPr lvl="4" algn="ctr" rtl="0">
              <a:buNone/>
              <a:defRPr>
                <a:solidFill>
                  <a:schemeClr val="dk2"/>
                </a:solidFill>
              </a:defRPr>
            </a:lvl5pPr>
            <a:lvl6pPr lvl="5" algn="ctr" rtl="0">
              <a:buNone/>
              <a:defRPr>
                <a:solidFill>
                  <a:schemeClr val="dk2"/>
                </a:solidFill>
              </a:defRPr>
            </a:lvl6pPr>
            <a:lvl7pPr lvl="6" algn="ctr" rtl="0">
              <a:buNone/>
              <a:defRPr>
                <a:solidFill>
                  <a:schemeClr val="dk2"/>
                </a:solidFill>
              </a:defRPr>
            </a:lvl7pPr>
            <a:lvl8pPr lvl="7" algn="ctr" rtl="0">
              <a:buNone/>
              <a:defRPr>
                <a:solidFill>
                  <a:schemeClr val="dk2"/>
                </a:solidFill>
              </a:defRPr>
            </a:lvl8pPr>
            <a:lvl9pPr lvl="8" algn="ctr" rtl="0">
              <a:buNone/>
              <a:defRPr>
                <a:solidFill>
                  <a:schemeClr val="dk2"/>
                </a:solidFill>
              </a:defRPr>
            </a:lvl9pPr>
          </a:lstStyle>
          <a:p>
            <a:pPr marL="0" lvl="0" indent="0" algn="ctr" rtl="0">
              <a:spcBef>
                <a:spcPts val="0"/>
              </a:spcBef>
              <a:spcAft>
                <a:spcPts val="0"/>
              </a:spcAft>
              <a:buNone/>
            </a:pPr>
            <a:fld id="{00000000-1234-1234-1234-123412341234}" type="slidenum">
              <a:rPr lang="en"/>
              <a:pPr marL="0" lvl="0" indent="0" algn="ctr" rtl="0">
                <a:spcBef>
                  <a:spcPts val="0"/>
                </a:spcBef>
                <a:spcAft>
                  <a:spcPts val="0"/>
                </a:spcAft>
                <a:buNone/>
              </a:pPr>
              <a:t>‹#›</a:t>
            </a:fld>
            <a:endParaRPr/>
          </a:p>
        </p:txBody>
      </p:sp>
      <p:cxnSp>
        <p:nvCxnSpPr>
          <p:cNvPr id="243" name="Google Shape;243;p22"/>
          <p:cNvCxnSpPr/>
          <p:nvPr/>
        </p:nvCxnSpPr>
        <p:spPr>
          <a:xfrm>
            <a:off x="4957950" y="4798838"/>
            <a:ext cx="3803400" cy="0"/>
          </a:xfrm>
          <a:prstGeom prst="straightConnector1">
            <a:avLst/>
          </a:prstGeom>
          <a:noFill/>
          <a:ln w="19050" cap="flat" cmpd="sng">
            <a:solidFill>
              <a:schemeClr val="lt1"/>
            </a:solidFill>
            <a:prstDash val="solid"/>
            <a:round/>
            <a:headEnd type="none" w="med" len="med"/>
            <a:tailEnd type="oval" w="med" len="med"/>
          </a:ln>
        </p:spPr>
      </p:cxnSp>
      <p:sp>
        <p:nvSpPr>
          <p:cNvPr id="244" name="Google Shape;244;p22"/>
          <p:cNvSpPr txBox="1">
            <a:spLocks noGrp="1"/>
          </p:cNvSpPr>
          <p:nvPr>
            <p:ph type="title" hasCustomPrompt="1"/>
          </p:nvPr>
        </p:nvSpPr>
        <p:spPr>
          <a:xfrm>
            <a:off x="2223600" y="552112"/>
            <a:ext cx="4696800" cy="7689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Clr>
                <a:schemeClr val="lt1"/>
              </a:buClr>
              <a:buSzPts val="6000"/>
              <a:buNone/>
              <a:defRPr sz="4500"/>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245" name="Google Shape;245;p22"/>
          <p:cNvSpPr txBox="1">
            <a:spLocks noGrp="1"/>
          </p:cNvSpPr>
          <p:nvPr>
            <p:ph type="subTitle" idx="1"/>
          </p:nvPr>
        </p:nvSpPr>
        <p:spPr>
          <a:xfrm>
            <a:off x="2223600" y="1364275"/>
            <a:ext cx="4696800" cy="428700"/>
          </a:xfrm>
          <a:prstGeom prst="rect">
            <a:avLst/>
          </a:prstGeom>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Clr>
                <a:schemeClr val="dk1"/>
              </a:buClr>
              <a:buSzPts val="2400"/>
              <a:buFont typeface="PT Sans"/>
              <a:buNone/>
              <a:defRPr sz="1600">
                <a:solidFill>
                  <a:schemeClr val="dk1"/>
                </a:solidFill>
              </a:defRPr>
            </a:lvl1pPr>
            <a:lvl2pPr lvl="1" algn="ctr" rtl="0">
              <a:lnSpc>
                <a:spcPct val="100000"/>
              </a:lnSpc>
              <a:spcBef>
                <a:spcPts val="0"/>
              </a:spcBef>
              <a:spcAft>
                <a:spcPts val="0"/>
              </a:spcAft>
              <a:buClr>
                <a:schemeClr val="dk1"/>
              </a:buClr>
              <a:buSzPts val="2100"/>
              <a:buNone/>
              <a:defRPr sz="2100">
                <a:solidFill>
                  <a:schemeClr val="dk1"/>
                </a:solidFill>
              </a:defRPr>
            </a:lvl2pPr>
            <a:lvl3pPr lvl="2" algn="ctr" rtl="0">
              <a:lnSpc>
                <a:spcPct val="100000"/>
              </a:lnSpc>
              <a:spcBef>
                <a:spcPts val="0"/>
              </a:spcBef>
              <a:spcAft>
                <a:spcPts val="0"/>
              </a:spcAft>
              <a:buClr>
                <a:schemeClr val="dk1"/>
              </a:buClr>
              <a:buSzPts val="2100"/>
              <a:buNone/>
              <a:defRPr sz="2100">
                <a:solidFill>
                  <a:schemeClr val="dk1"/>
                </a:solidFill>
              </a:defRPr>
            </a:lvl3pPr>
            <a:lvl4pPr lvl="3"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a:endParaRPr/>
          </a:p>
        </p:txBody>
      </p:sp>
      <p:sp>
        <p:nvSpPr>
          <p:cNvPr id="246" name="Google Shape;246;p22"/>
          <p:cNvSpPr txBox="1">
            <a:spLocks noGrp="1"/>
          </p:cNvSpPr>
          <p:nvPr>
            <p:ph type="title" idx="2" hasCustomPrompt="1"/>
          </p:nvPr>
        </p:nvSpPr>
        <p:spPr>
          <a:xfrm>
            <a:off x="2223600" y="1904368"/>
            <a:ext cx="4696800" cy="7689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Clr>
                <a:schemeClr val="lt1"/>
              </a:buClr>
              <a:buSzPts val="6000"/>
              <a:buNone/>
              <a:defRPr sz="4500">
                <a:solidFill>
                  <a:schemeClr val="dk2"/>
                </a:solidFill>
              </a:defRPr>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247" name="Google Shape;247;p22"/>
          <p:cNvSpPr txBox="1">
            <a:spLocks noGrp="1"/>
          </p:cNvSpPr>
          <p:nvPr>
            <p:ph type="subTitle" idx="3"/>
          </p:nvPr>
        </p:nvSpPr>
        <p:spPr>
          <a:xfrm>
            <a:off x="2223600" y="2716527"/>
            <a:ext cx="4696800" cy="446700"/>
          </a:xfrm>
          <a:prstGeom prst="rect">
            <a:avLst/>
          </a:prstGeom>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Clr>
                <a:schemeClr val="dk1"/>
              </a:buClr>
              <a:buSzPts val="2400"/>
              <a:buFont typeface="PT Sans"/>
              <a:buNone/>
              <a:defRPr sz="1600">
                <a:solidFill>
                  <a:schemeClr val="dk1"/>
                </a:solidFill>
              </a:defRPr>
            </a:lvl1pPr>
            <a:lvl2pPr lvl="1" algn="ctr" rtl="0">
              <a:lnSpc>
                <a:spcPct val="100000"/>
              </a:lnSpc>
              <a:spcBef>
                <a:spcPts val="0"/>
              </a:spcBef>
              <a:spcAft>
                <a:spcPts val="0"/>
              </a:spcAft>
              <a:buClr>
                <a:schemeClr val="dk1"/>
              </a:buClr>
              <a:buSzPts val="2100"/>
              <a:buNone/>
              <a:defRPr sz="2100">
                <a:solidFill>
                  <a:schemeClr val="dk1"/>
                </a:solidFill>
              </a:defRPr>
            </a:lvl2pPr>
            <a:lvl3pPr lvl="2" algn="ctr" rtl="0">
              <a:lnSpc>
                <a:spcPct val="100000"/>
              </a:lnSpc>
              <a:spcBef>
                <a:spcPts val="0"/>
              </a:spcBef>
              <a:spcAft>
                <a:spcPts val="0"/>
              </a:spcAft>
              <a:buClr>
                <a:schemeClr val="dk1"/>
              </a:buClr>
              <a:buSzPts val="2100"/>
              <a:buNone/>
              <a:defRPr sz="2100">
                <a:solidFill>
                  <a:schemeClr val="dk1"/>
                </a:solidFill>
              </a:defRPr>
            </a:lvl3pPr>
            <a:lvl4pPr lvl="3"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a:endParaRPr/>
          </a:p>
        </p:txBody>
      </p:sp>
      <p:sp>
        <p:nvSpPr>
          <p:cNvPr id="248" name="Google Shape;248;p22"/>
          <p:cNvSpPr txBox="1">
            <a:spLocks noGrp="1"/>
          </p:cNvSpPr>
          <p:nvPr>
            <p:ph type="title" idx="4" hasCustomPrompt="1"/>
          </p:nvPr>
        </p:nvSpPr>
        <p:spPr>
          <a:xfrm>
            <a:off x="2223600" y="3256624"/>
            <a:ext cx="4696800" cy="7689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Clr>
                <a:schemeClr val="lt1"/>
              </a:buClr>
              <a:buSzPts val="6000"/>
              <a:buNone/>
              <a:defRPr sz="4500"/>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249" name="Google Shape;249;p22"/>
          <p:cNvSpPr txBox="1">
            <a:spLocks noGrp="1"/>
          </p:cNvSpPr>
          <p:nvPr>
            <p:ph type="subTitle" idx="5"/>
          </p:nvPr>
        </p:nvSpPr>
        <p:spPr>
          <a:xfrm>
            <a:off x="2223600" y="4068797"/>
            <a:ext cx="4696800" cy="446700"/>
          </a:xfrm>
          <a:prstGeom prst="rect">
            <a:avLst/>
          </a:prstGeom>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Clr>
                <a:schemeClr val="dk1"/>
              </a:buClr>
              <a:buSzPts val="2400"/>
              <a:buFont typeface="PT Sans"/>
              <a:buNone/>
              <a:defRPr sz="1600">
                <a:solidFill>
                  <a:schemeClr val="dk1"/>
                </a:solidFill>
              </a:defRPr>
            </a:lvl1pPr>
            <a:lvl2pPr lvl="1" algn="ctr" rtl="0">
              <a:lnSpc>
                <a:spcPct val="100000"/>
              </a:lnSpc>
              <a:spcBef>
                <a:spcPts val="0"/>
              </a:spcBef>
              <a:spcAft>
                <a:spcPts val="0"/>
              </a:spcAft>
              <a:buClr>
                <a:schemeClr val="dk1"/>
              </a:buClr>
              <a:buSzPts val="2100"/>
              <a:buNone/>
              <a:defRPr sz="2100">
                <a:solidFill>
                  <a:schemeClr val="dk1"/>
                </a:solidFill>
              </a:defRPr>
            </a:lvl2pPr>
            <a:lvl3pPr lvl="2" algn="ctr" rtl="0">
              <a:lnSpc>
                <a:spcPct val="100000"/>
              </a:lnSpc>
              <a:spcBef>
                <a:spcPts val="0"/>
              </a:spcBef>
              <a:spcAft>
                <a:spcPts val="0"/>
              </a:spcAft>
              <a:buClr>
                <a:schemeClr val="dk1"/>
              </a:buClr>
              <a:buSzPts val="2100"/>
              <a:buNone/>
              <a:defRPr sz="2100">
                <a:solidFill>
                  <a:schemeClr val="dk1"/>
                </a:solidFill>
              </a:defRPr>
            </a:lvl3pPr>
            <a:lvl4pPr lvl="3"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ackground">
  <p:cSld name="CUSTOM_7">
    <p:spTree>
      <p:nvGrpSpPr>
        <p:cNvPr id="1" name="Shape 259"/>
        <p:cNvGrpSpPr/>
        <p:nvPr/>
      </p:nvGrpSpPr>
      <p:grpSpPr>
        <a:xfrm>
          <a:off x="0" y="0"/>
          <a:ext cx="0" cy="0"/>
          <a:chOff x="0" y="0"/>
          <a:chExt cx="0" cy="0"/>
        </a:xfrm>
      </p:grpSpPr>
      <p:sp>
        <p:nvSpPr>
          <p:cNvPr id="260" name="Google Shape;260;p24"/>
          <p:cNvSpPr/>
          <p:nvPr/>
        </p:nvSpPr>
        <p:spPr>
          <a:xfrm>
            <a:off x="145950" y="149100"/>
            <a:ext cx="8852100" cy="48453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24"/>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cxnSp>
        <p:nvCxnSpPr>
          <p:cNvPr id="262" name="Google Shape;262;p24"/>
          <p:cNvCxnSpPr/>
          <p:nvPr/>
        </p:nvCxnSpPr>
        <p:spPr>
          <a:xfrm>
            <a:off x="382625" y="339563"/>
            <a:ext cx="3803400" cy="0"/>
          </a:xfrm>
          <a:prstGeom prst="straightConnector1">
            <a:avLst/>
          </a:prstGeom>
          <a:noFill/>
          <a:ln w="19050" cap="flat" cmpd="sng">
            <a:solidFill>
              <a:schemeClr val="lt1"/>
            </a:solidFill>
            <a:prstDash val="solid"/>
            <a:round/>
            <a:headEnd type="oval" w="med" len="med"/>
            <a:tailEnd type="none" w="med" len="med"/>
          </a:ln>
        </p:spPr>
      </p:cxnSp>
      <p:sp>
        <p:nvSpPr>
          <p:cNvPr id="263" name="Google Shape;263;p24"/>
          <p:cNvSpPr/>
          <p:nvPr/>
        </p:nvSpPr>
        <p:spPr>
          <a:xfrm>
            <a:off x="4452300" y="219875"/>
            <a:ext cx="239400" cy="239400"/>
          </a:xfrm>
          <a:prstGeom prst="star4">
            <a:avLst>
              <a:gd name="adj" fmla="val 15727"/>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64" name="Google Shape;264;p24"/>
          <p:cNvCxnSpPr/>
          <p:nvPr/>
        </p:nvCxnSpPr>
        <p:spPr>
          <a:xfrm>
            <a:off x="4957925" y="339563"/>
            <a:ext cx="3803400" cy="0"/>
          </a:xfrm>
          <a:prstGeom prst="straightConnector1">
            <a:avLst/>
          </a:prstGeom>
          <a:noFill/>
          <a:ln w="19050" cap="flat" cmpd="sng">
            <a:solidFill>
              <a:schemeClr val="lt1"/>
            </a:solidFill>
            <a:prstDash val="solid"/>
            <a:round/>
            <a:headEnd type="none" w="med" len="med"/>
            <a:tailEnd type="oval" w="med" len="med"/>
          </a:ln>
        </p:spPr>
      </p:cxnSp>
      <p:cxnSp>
        <p:nvCxnSpPr>
          <p:cNvPr id="265" name="Google Shape;265;p24"/>
          <p:cNvCxnSpPr/>
          <p:nvPr/>
        </p:nvCxnSpPr>
        <p:spPr>
          <a:xfrm>
            <a:off x="382650" y="4798838"/>
            <a:ext cx="3803400" cy="0"/>
          </a:xfrm>
          <a:prstGeom prst="straightConnector1">
            <a:avLst/>
          </a:prstGeom>
          <a:noFill/>
          <a:ln w="19050" cap="flat" cmpd="sng">
            <a:solidFill>
              <a:schemeClr val="lt1"/>
            </a:solidFill>
            <a:prstDash val="solid"/>
            <a:round/>
            <a:headEnd type="oval" w="med" len="med"/>
            <a:tailEnd type="none" w="med" len="med"/>
          </a:ln>
        </p:spPr>
      </p:cxnSp>
      <p:sp>
        <p:nvSpPr>
          <p:cNvPr id="266" name="Google Shape;266;p24"/>
          <p:cNvSpPr txBox="1">
            <a:spLocks noGrp="1"/>
          </p:cNvSpPr>
          <p:nvPr>
            <p:ph type="sldNum" idx="2"/>
          </p:nvPr>
        </p:nvSpPr>
        <p:spPr>
          <a:xfrm>
            <a:off x="4297650" y="4602875"/>
            <a:ext cx="548700" cy="333600"/>
          </a:xfrm>
          <a:prstGeom prst="rect">
            <a:avLst/>
          </a:prstGeom>
        </p:spPr>
        <p:txBody>
          <a:bodyPr spcFirstLastPara="1" wrap="square" lIns="91425" tIns="91425" rIns="91425" bIns="91425" anchor="t" anchorCtr="0">
            <a:noAutofit/>
          </a:bodyPr>
          <a:lstStyle>
            <a:lvl1pPr lvl="0" algn="ctr" rtl="0">
              <a:buNone/>
              <a:defRPr>
                <a:solidFill>
                  <a:schemeClr val="lt1"/>
                </a:solidFill>
              </a:defRPr>
            </a:lvl1pPr>
            <a:lvl2pPr lvl="1" algn="ctr" rtl="0">
              <a:buNone/>
              <a:defRPr>
                <a:solidFill>
                  <a:schemeClr val="lt1"/>
                </a:solidFill>
              </a:defRPr>
            </a:lvl2pPr>
            <a:lvl3pPr lvl="2" algn="ctr" rtl="0">
              <a:buNone/>
              <a:defRPr>
                <a:solidFill>
                  <a:schemeClr val="lt1"/>
                </a:solidFill>
              </a:defRPr>
            </a:lvl3pPr>
            <a:lvl4pPr lvl="3" algn="ctr" rtl="0">
              <a:buNone/>
              <a:defRPr>
                <a:solidFill>
                  <a:schemeClr val="lt1"/>
                </a:solidFill>
              </a:defRPr>
            </a:lvl4pPr>
            <a:lvl5pPr lvl="4" algn="ctr" rtl="0">
              <a:buNone/>
              <a:defRPr>
                <a:solidFill>
                  <a:schemeClr val="lt1"/>
                </a:solidFill>
              </a:defRPr>
            </a:lvl5pPr>
            <a:lvl6pPr lvl="5" algn="ctr" rtl="0">
              <a:buNone/>
              <a:defRPr>
                <a:solidFill>
                  <a:schemeClr val="lt1"/>
                </a:solidFill>
              </a:defRPr>
            </a:lvl6pPr>
            <a:lvl7pPr lvl="6" algn="ctr" rtl="0">
              <a:buNone/>
              <a:defRPr>
                <a:solidFill>
                  <a:schemeClr val="lt1"/>
                </a:solidFill>
              </a:defRPr>
            </a:lvl7pPr>
            <a:lvl8pPr lvl="7" algn="ctr" rtl="0">
              <a:buNone/>
              <a:defRPr>
                <a:solidFill>
                  <a:schemeClr val="lt1"/>
                </a:solidFill>
              </a:defRPr>
            </a:lvl8pPr>
            <a:lvl9pPr lvl="8" algn="ctr" rtl="0">
              <a:buNone/>
              <a:defRPr>
                <a:solidFill>
                  <a:schemeClr val="lt1"/>
                </a:solidFill>
              </a:defRPr>
            </a:lvl9pPr>
          </a:lstStyle>
          <a:p>
            <a:pPr marL="0" lvl="0" indent="0" algn="ctr" rtl="0">
              <a:spcBef>
                <a:spcPts val="0"/>
              </a:spcBef>
              <a:spcAft>
                <a:spcPts val="0"/>
              </a:spcAft>
              <a:buNone/>
            </a:pPr>
            <a:fld id="{00000000-1234-1234-1234-123412341234}" type="slidenum">
              <a:rPr lang="en"/>
              <a:pPr marL="0" lvl="0" indent="0" algn="ctr" rtl="0">
                <a:spcBef>
                  <a:spcPts val="0"/>
                </a:spcBef>
                <a:spcAft>
                  <a:spcPts val="0"/>
                </a:spcAft>
                <a:buNone/>
              </a:pPr>
              <a:t>‹#›</a:t>
            </a:fld>
            <a:endParaRPr/>
          </a:p>
        </p:txBody>
      </p:sp>
      <p:cxnSp>
        <p:nvCxnSpPr>
          <p:cNvPr id="267" name="Google Shape;267;p24"/>
          <p:cNvCxnSpPr/>
          <p:nvPr/>
        </p:nvCxnSpPr>
        <p:spPr>
          <a:xfrm>
            <a:off x="4957950" y="4798838"/>
            <a:ext cx="3803400" cy="0"/>
          </a:xfrm>
          <a:prstGeom prst="straightConnector1">
            <a:avLst/>
          </a:prstGeom>
          <a:noFill/>
          <a:ln w="19050" cap="flat" cmpd="sng">
            <a:solidFill>
              <a:schemeClr val="lt1"/>
            </a:solidFill>
            <a:prstDash val="solid"/>
            <a:round/>
            <a:headEnd type="none" w="med" len="med"/>
            <a:tailEnd type="oval" w="med" len="med"/>
          </a:ln>
        </p:spPr>
      </p:cxn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ackground 1">
  <p:cSld name="CUSTOM_8">
    <p:spTree>
      <p:nvGrpSpPr>
        <p:cNvPr id="1" name="Shape 268"/>
        <p:cNvGrpSpPr/>
        <p:nvPr/>
      </p:nvGrpSpPr>
      <p:grpSpPr>
        <a:xfrm>
          <a:off x="0" y="0"/>
          <a:ext cx="0" cy="0"/>
          <a:chOff x="0" y="0"/>
          <a:chExt cx="0" cy="0"/>
        </a:xfrm>
      </p:grpSpPr>
      <p:sp>
        <p:nvSpPr>
          <p:cNvPr id="269" name="Google Shape;269;p25"/>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
        <p:nvSpPr>
          <p:cNvPr id="270" name="Google Shape;270;p25"/>
          <p:cNvSpPr/>
          <p:nvPr/>
        </p:nvSpPr>
        <p:spPr>
          <a:xfrm>
            <a:off x="145950" y="149100"/>
            <a:ext cx="8852100" cy="48453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71" name="Google Shape;271;p25"/>
          <p:cNvCxnSpPr/>
          <p:nvPr/>
        </p:nvCxnSpPr>
        <p:spPr>
          <a:xfrm>
            <a:off x="382625" y="339563"/>
            <a:ext cx="3803400" cy="0"/>
          </a:xfrm>
          <a:prstGeom prst="straightConnector1">
            <a:avLst/>
          </a:prstGeom>
          <a:noFill/>
          <a:ln w="19050" cap="flat" cmpd="sng">
            <a:solidFill>
              <a:schemeClr val="lt1"/>
            </a:solidFill>
            <a:prstDash val="solid"/>
            <a:round/>
            <a:headEnd type="oval" w="med" len="med"/>
            <a:tailEnd type="none" w="med" len="med"/>
          </a:ln>
        </p:spPr>
      </p:cxnSp>
      <p:sp>
        <p:nvSpPr>
          <p:cNvPr id="272" name="Google Shape;272;p25"/>
          <p:cNvSpPr/>
          <p:nvPr/>
        </p:nvSpPr>
        <p:spPr>
          <a:xfrm>
            <a:off x="4452300" y="219875"/>
            <a:ext cx="239400" cy="239400"/>
          </a:xfrm>
          <a:prstGeom prst="star4">
            <a:avLst>
              <a:gd name="adj" fmla="val 15727"/>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73" name="Google Shape;273;p25"/>
          <p:cNvCxnSpPr/>
          <p:nvPr/>
        </p:nvCxnSpPr>
        <p:spPr>
          <a:xfrm>
            <a:off x="4957925" y="339563"/>
            <a:ext cx="3803400" cy="0"/>
          </a:xfrm>
          <a:prstGeom prst="straightConnector1">
            <a:avLst/>
          </a:prstGeom>
          <a:noFill/>
          <a:ln w="19050" cap="flat" cmpd="sng">
            <a:solidFill>
              <a:schemeClr val="lt1"/>
            </a:solidFill>
            <a:prstDash val="solid"/>
            <a:round/>
            <a:headEnd type="none" w="med" len="med"/>
            <a:tailEnd type="oval" w="med" len="med"/>
          </a:ln>
        </p:spPr>
      </p:cxnSp>
      <p:cxnSp>
        <p:nvCxnSpPr>
          <p:cNvPr id="274" name="Google Shape;274;p25"/>
          <p:cNvCxnSpPr/>
          <p:nvPr/>
        </p:nvCxnSpPr>
        <p:spPr>
          <a:xfrm rot="10800000" flipH="1">
            <a:off x="347659" y="4749851"/>
            <a:ext cx="8448600" cy="33000"/>
          </a:xfrm>
          <a:prstGeom prst="straightConnector1">
            <a:avLst/>
          </a:prstGeom>
          <a:noFill/>
          <a:ln w="19050" cap="flat" cmpd="sng">
            <a:solidFill>
              <a:schemeClr val="lt1"/>
            </a:solidFill>
            <a:prstDash val="solid"/>
            <a:round/>
            <a:headEnd type="oval" w="med" len="med"/>
            <a:tailEnd type="oval" w="med" len="med"/>
          </a:ln>
        </p:spPr>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000"/>
              <a:buFont typeface="Quicksand"/>
              <a:buNone/>
              <a:defRPr sz="3000" b="1">
                <a:solidFill>
                  <a:schemeClr val="dk1"/>
                </a:solidFill>
                <a:latin typeface="Quicksand"/>
                <a:ea typeface="Quicksand"/>
                <a:cs typeface="Quicksand"/>
                <a:sym typeface="Quicksand"/>
              </a:defRPr>
            </a:lvl1pPr>
            <a:lvl2pPr lvl="1" rtl="0">
              <a:spcBef>
                <a:spcPts val="0"/>
              </a:spcBef>
              <a:spcAft>
                <a:spcPts val="0"/>
              </a:spcAft>
              <a:buClr>
                <a:schemeClr val="dk1"/>
              </a:buClr>
              <a:buSzPts val="3000"/>
              <a:buFont typeface="Quicksand"/>
              <a:buNone/>
              <a:defRPr sz="3000" b="1">
                <a:solidFill>
                  <a:schemeClr val="dk1"/>
                </a:solidFill>
                <a:latin typeface="Quicksand"/>
                <a:ea typeface="Quicksand"/>
                <a:cs typeface="Quicksand"/>
                <a:sym typeface="Quicksand"/>
              </a:defRPr>
            </a:lvl2pPr>
            <a:lvl3pPr lvl="2" rtl="0">
              <a:spcBef>
                <a:spcPts val="0"/>
              </a:spcBef>
              <a:spcAft>
                <a:spcPts val="0"/>
              </a:spcAft>
              <a:buClr>
                <a:schemeClr val="dk1"/>
              </a:buClr>
              <a:buSzPts val="3000"/>
              <a:buFont typeface="Quicksand"/>
              <a:buNone/>
              <a:defRPr sz="3000" b="1">
                <a:solidFill>
                  <a:schemeClr val="dk1"/>
                </a:solidFill>
                <a:latin typeface="Quicksand"/>
                <a:ea typeface="Quicksand"/>
                <a:cs typeface="Quicksand"/>
                <a:sym typeface="Quicksand"/>
              </a:defRPr>
            </a:lvl3pPr>
            <a:lvl4pPr lvl="3" rtl="0">
              <a:spcBef>
                <a:spcPts val="0"/>
              </a:spcBef>
              <a:spcAft>
                <a:spcPts val="0"/>
              </a:spcAft>
              <a:buClr>
                <a:schemeClr val="dk1"/>
              </a:buClr>
              <a:buSzPts val="3000"/>
              <a:buFont typeface="Quicksand"/>
              <a:buNone/>
              <a:defRPr sz="3000" b="1">
                <a:solidFill>
                  <a:schemeClr val="dk1"/>
                </a:solidFill>
                <a:latin typeface="Quicksand"/>
                <a:ea typeface="Quicksand"/>
                <a:cs typeface="Quicksand"/>
                <a:sym typeface="Quicksand"/>
              </a:defRPr>
            </a:lvl4pPr>
            <a:lvl5pPr lvl="4" rtl="0">
              <a:spcBef>
                <a:spcPts val="0"/>
              </a:spcBef>
              <a:spcAft>
                <a:spcPts val="0"/>
              </a:spcAft>
              <a:buClr>
                <a:schemeClr val="dk1"/>
              </a:buClr>
              <a:buSzPts val="3000"/>
              <a:buFont typeface="Quicksand"/>
              <a:buNone/>
              <a:defRPr sz="3000" b="1">
                <a:solidFill>
                  <a:schemeClr val="dk1"/>
                </a:solidFill>
                <a:latin typeface="Quicksand"/>
                <a:ea typeface="Quicksand"/>
                <a:cs typeface="Quicksand"/>
                <a:sym typeface="Quicksand"/>
              </a:defRPr>
            </a:lvl5pPr>
            <a:lvl6pPr lvl="5" rtl="0">
              <a:spcBef>
                <a:spcPts val="0"/>
              </a:spcBef>
              <a:spcAft>
                <a:spcPts val="0"/>
              </a:spcAft>
              <a:buClr>
                <a:schemeClr val="dk1"/>
              </a:buClr>
              <a:buSzPts val="3000"/>
              <a:buFont typeface="Quicksand"/>
              <a:buNone/>
              <a:defRPr sz="3000" b="1">
                <a:solidFill>
                  <a:schemeClr val="dk1"/>
                </a:solidFill>
                <a:latin typeface="Quicksand"/>
                <a:ea typeface="Quicksand"/>
                <a:cs typeface="Quicksand"/>
                <a:sym typeface="Quicksand"/>
              </a:defRPr>
            </a:lvl6pPr>
            <a:lvl7pPr lvl="6" rtl="0">
              <a:spcBef>
                <a:spcPts val="0"/>
              </a:spcBef>
              <a:spcAft>
                <a:spcPts val="0"/>
              </a:spcAft>
              <a:buClr>
                <a:schemeClr val="dk1"/>
              </a:buClr>
              <a:buSzPts val="3000"/>
              <a:buFont typeface="Quicksand"/>
              <a:buNone/>
              <a:defRPr sz="3000" b="1">
                <a:solidFill>
                  <a:schemeClr val="dk1"/>
                </a:solidFill>
                <a:latin typeface="Quicksand"/>
                <a:ea typeface="Quicksand"/>
                <a:cs typeface="Quicksand"/>
                <a:sym typeface="Quicksand"/>
              </a:defRPr>
            </a:lvl7pPr>
            <a:lvl8pPr lvl="7" rtl="0">
              <a:spcBef>
                <a:spcPts val="0"/>
              </a:spcBef>
              <a:spcAft>
                <a:spcPts val="0"/>
              </a:spcAft>
              <a:buClr>
                <a:schemeClr val="dk1"/>
              </a:buClr>
              <a:buSzPts val="3000"/>
              <a:buFont typeface="Quicksand"/>
              <a:buNone/>
              <a:defRPr sz="3000" b="1">
                <a:solidFill>
                  <a:schemeClr val="dk1"/>
                </a:solidFill>
                <a:latin typeface="Quicksand"/>
                <a:ea typeface="Quicksand"/>
                <a:cs typeface="Quicksand"/>
                <a:sym typeface="Quicksand"/>
              </a:defRPr>
            </a:lvl8pPr>
            <a:lvl9pPr lvl="8" rtl="0">
              <a:spcBef>
                <a:spcPts val="0"/>
              </a:spcBef>
              <a:spcAft>
                <a:spcPts val="0"/>
              </a:spcAft>
              <a:buClr>
                <a:schemeClr val="dk1"/>
              </a:buClr>
              <a:buSzPts val="3000"/>
              <a:buFont typeface="Quicksand"/>
              <a:buNone/>
              <a:defRPr sz="3000" b="1">
                <a:solidFill>
                  <a:schemeClr val="dk1"/>
                </a:solidFill>
                <a:latin typeface="Quicksand"/>
                <a:ea typeface="Quicksand"/>
                <a:cs typeface="Quicksand"/>
                <a:sym typeface="Quicksand"/>
              </a:defRPr>
            </a:lvl9pPr>
          </a:lstStyle>
          <a:p>
            <a:endParaRPr/>
          </a:p>
        </p:txBody>
      </p:sp>
      <p:sp>
        <p:nvSpPr>
          <p:cNvPr id="7" name="Google Shape;7;p1"/>
          <p:cNvSpPr txBox="1">
            <a:spLocks noGrp="1"/>
          </p:cNvSpPr>
          <p:nvPr>
            <p:ph type="body" idx="1"/>
          </p:nvPr>
        </p:nvSpPr>
        <p:spPr>
          <a:xfrm>
            <a:off x="713400" y="1152475"/>
            <a:ext cx="7717500" cy="34164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dk1"/>
              </a:buClr>
              <a:buSzPts val="1400"/>
              <a:buFont typeface="Mulish"/>
              <a:buChar char="●"/>
              <a:defRPr>
                <a:solidFill>
                  <a:schemeClr val="dk1"/>
                </a:solidFill>
                <a:latin typeface="Mulish"/>
                <a:ea typeface="Mulish"/>
                <a:cs typeface="Mulish"/>
                <a:sym typeface="Mulish"/>
              </a:defRPr>
            </a:lvl1pPr>
            <a:lvl2pPr marL="914400" lvl="1" indent="-317500">
              <a:lnSpc>
                <a:spcPct val="115000"/>
              </a:lnSpc>
              <a:spcBef>
                <a:spcPts val="1600"/>
              </a:spcBef>
              <a:spcAft>
                <a:spcPts val="0"/>
              </a:spcAft>
              <a:buClr>
                <a:schemeClr val="dk1"/>
              </a:buClr>
              <a:buSzPts val="1400"/>
              <a:buFont typeface="Mulish"/>
              <a:buChar char="○"/>
              <a:defRPr>
                <a:solidFill>
                  <a:schemeClr val="dk1"/>
                </a:solidFill>
                <a:latin typeface="Mulish"/>
                <a:ea typeface="Mulish"/>
                <a:cs typeface="Mulish"/>
                <a:sym typeface="Mulish"/>
              </a:defRPr>
            </a:lvl2pPr>
            <a:lvl3pPr marL="1371600" lvl="2" indent="-317500">
              <a:lnSpc>
                <a:spcPct val="115000"/>
              </a:lnSpc>
              <a:spcBef>
                <a:spcPts val="1600"/>
              </a:spcBef>
              <a:spcAft>
                <a:spcPts val="0"/>
              </a:spcAft>
              <a:buClr>
                <a:schemeClr val="dk1"/>
              </a:buClr>
              <a:buSzPts val="1400"/>
              <a:buFont typeface="Mulish"/>
              <a:buChar char="■"/>
              <a:defRPr>
                <a:solidFill>
                  <a:schemeClr val="dk1"/>
                </a:solidFill>
                <a:latin typeface="Mulish"/>
                <a:ea typeface="Mulish"/>
                <a:cs typeface="Mulish"/>
                <a:sym typeface="Mulish"/>
              </a:defRPr>
            </a:lvl3pPr>
            <a:lvl4pPr marL="1828800" lvl="3" indent="-317500">
              <a:lnSpc>
                <a:spcPct val="115000"/>
              </a:lnSpc>
              <a:spcBef>
                <a:spcPts val="1600"/>
              </a:spcBef>
              <a:spcAft>
                <a:spcPts val="0"/>
              </a:spcAft>
              <a:buClr>
                <a:schemeClr val="dk1"/>
              </a:buClr>
              <a:buSzPts val="1400"/>
              <a:buFont typeface="Mulish"/>
              <a:buChar char="●"/>
              <a:defRPr>
                <a:solidFill>
                  <a:schemeClr val="dk1"/>
                </a:solidFill>
                <a:latin typeface="Mulish"/>
                <a:ea typeface="Mulish"/>
                <a:cs typeface="Mulish"/>
                <a:sym typeface="Mulish"/>
              </a:defRPr>
            </a:lvl4pPr>
            <a:lvl5pPr marL="2286000" lvl="4" indent="-317500">
              <a:lnSpc>
                <a:spcPct val="115000"/>
              </a:lnSpc>
              <a:spcBef>
                <a:spcPts val="1600"/>
              </a:spcBef>
              <a:spcAft>
                <a:spcPts val="0"/>
              </a:spcAft>
              <a:buClr>
                <a:schemeClr val="dk1"/>
              </a:buClr>
              <a:buSzPts val="1400"/>
              <a:buFont typeface="Mulish"/>
              <a:buChar char="○"/>
              <a:defRPr>
                <a:solidFill>
                  <a:schemeClr val="dk1"/>
                </a:solidFill>
                <a:latin typeface="Mulish"/>
                <a:ea typeface="Mulish"/>
                <a:cs typeface="Mulish"/>
                <a:sym typeface="Mulish"/>
              </a:defRPr>
            </a:lvl5pPr>
            <a:lvl6pPr marL="2743200" lvl="5" indent="-317500">
              <a:lnSpc>
                <a:spcPct val="115000"/>
              </a:lnSpc>
              <a:spcBef>
                <a:spcPts val="1600"/>
              </a:spcBef>
              <a:spcAft>
                <a:spcPts val="0"/>
              </a:spcAft>
              <a:buClr>
                <a:schemeClr val="dk1"/>
              </a:buClr>
              <a:buSzPts val="1400"/>
              <a:buFont typeface="Mulish"/>
              <a:buChar char="■"/>
              <a:defRPr>
                <a:solidFill>
                  <a:schemeClr val="dk1"/>
                </a:solidFill>
                <a:latin typeface="Mulish"/>
                <a:ea typeface="Mulish"/>
                <a:cs typeface="Mulish"/>
                <a:sym typeface="Mulish"/>
              </a:defRPr>
            </a:lvl6pPr>
            <a:lvl7pPr marL="3200400" lvl="6" indent="-317500">
              <a:lnSpc>
                <a:spcPct val="115000"/>
              </a:lnSpc>
              <a:spcBef>
                <a:spcPts val="1600"/>
              </a:spcBef>
              <a:spcAft>
                <a:spcPts val="0"/>
              </a:spcAft>
              <a:buClr>
                <a:schemeClr val="dk1"/>
              </a:buClr>
              <a:buSzPts val="1400"/>
              <a:buFont typeface="Mulish"/>
              <a:buChar char="●"/>
              <a:defRPr>
                <a:solidFill>
                  <a:schemeClr val="dk1"/>
                </a:solidFill>
                <a:latin typeface="Mulish"/>
                <a:ea typeface="Mulish"/>
                <a:cs typeface="Mulish"/>
                <a:sym typeface="Mulish"/>
              </a:defRPr>
            </a:lvl7pPr>
            <a:lvl8pPr marL="3657600" lvl="7" indent="-317500">
              <a:lnSpc>
                <a:spcPct val="115000"/>
              </a:lnSpc>
              <a:spcBef>
                <a:spcPts val="1600"/>
              </a:spcBef>
              <a:spcAft>
                <a:spcPts val="0"/>
              </a:spcAft>
              <a:buClr>
                <a:schemeClr val="dk1"/>
              </a:buClr>
              <a:buSzPts val="1400"/>
              <a:buFont typeface="Mulish"/>
              <a:buChar char="○"/>
              <a:defRPr>
                <a:solidFill>
                  <a:schemeClr val="dk1"/>
                </a:solidFill>
                <a:latin typeface="Mulish"/>
                <a:ea typeface="Mulish"/>
                <a:cs typeface="Mulish"/>
                <a:sym typeface="Mulish"/>
              </a:defRPr>
            </a:lvl8pPr>
            <a:lvl9pPr marL="4114800" lvl="8" indent="-317500">
              <a:lnSpc>
                <a:spcPct val="115000"/>
              </a:lnSpc>
              <a:spcBef>
                <a:spcPts val="1600"/>
              </a:spcBef>
              <a:spcAft>
                <a:spcPts val="1600"/>
              </a:spcAft>
              <a:buClr>
                <a:schemeClr val="dk1"/>
              </a:buClr>
              <a:buSzPts val="1400"/>
              <a:buFont typeface="Mulish"/>
              <a:buChar char="■"/>
              <a:defRPr>
                <a:solidFill>
                  <a:schemeClr val="dk1"/>
                </a:solidFill>
                <a:latin typeface="Mulish"/>
                <a:ea typeface="Mulish"/>
                <a:cs typeface="Mulish"/>
                <a:sym typeface="Mulish"/>
              </a:defRPr>
            </a:lvl9pPr>
          </a:lstStyle>
          <a:p>
            <a:endParaRPr/>
          </a:p>
        </p:txBody>
      </p:sp>
      <p:sp>
        <p:nvSpPr>
          <p:cNvPr id="8" name="Google Shape;8;p1"/>
          <p:cNvSpPr txBox="1">
            <a:spLocks noGrp="1"/>
          </p:cNvSpPr>
          <p:nvPr>
            <p:ph type="sldNum" idx="12"/>
          </p:nvPr>
        </p:nvSpPr>
        <p:spPr>
          <a:xfrm>
            <a:off x="8556784" y="4749851"/>
            <a:ext cx="548700" cy="393600"/>
          </a:xfrm>
          <a:prstGeom prst="rect">
            <a:avLst/>
          </a:prstGeom>
          <a:noFill/>
          <a:ln>
            <a:noFill/>
          </a:ln>
        </p:spPr>
        <p:txBody>
          <a:bodyPr spcFirstLastPara="1" wrap="square" lIns="91425" tIns="91425" rIns="91425" bIns="91425" anchor="t" anchorCtr="0">
            <a:noAutofit/>
          </a:bodyPr>
          <a:lstStyle>
            <a:lvl1pPr lvl="0" algn="r">
              <a:buNone/>
              <a:defRPr sz="1300">
                <a:solidFill>
                  <a:schemeClr val="dk1"/>
                </a:solidFill>
                <a:latin typeface="Mulish"/>
                <a:ea typeface="Mulish"/>
                <a:cs typeface="Mulish"/>
                <a:sym typeface="Mulish"/>
              </a:defRPr>
            </a:lvl1pPr>
            <a:lvl2pPr lvl="1" algn="r">
              <a:buNone/>
              <a:defRPr sz="1300">
                <a:solidFill>
                  <a:schemeClr val="dk1"/>
                </a:solidFill>
                <a:latin typeface="Mulish"/>
                <a:ea typeface="Mulish"/>
                <a:cs typeface="Mulish"/>
                <a:sym typeface="Mulish"/>
              </a:defRPr>
            </a:lvl2pPr>
            <a:lvl3pPr lvl="2" algn="r">
              <a:buNone/>
              <a:defRPr sz="1300">
                <a:solidFill>
                  <a:schemeClr val="dk1"/>
                </a:solidFill>
                <a:latin typeface="Mulish"/>
                <a:ea typeface="Mulish"/>
                <a:cs typeface="Mulish"/>
                <a:sym typeface="Mulish"/>
              </a:defRPr>
            </a:lvl3pPr>
            <a:lvl4pPr lvl="3" algn="r">
              <a:buNone/>
              <a:defRPr sz="1300">
                <a:solidFill>
                  <a:schemeClr val="dk1"/>
                </a:solidFill>
                <a:latin typeface="Mulish"/>
                <a:ea typeface="Mulish"/>
                <a:cs typeface="Mulish"/>
                <a:sym typeface="Mulish"/>
              </a:defRPr>
            </a:lvl4pPr>
            <a:lvl5pPr lvl="4" algn="r">
              <a:buNone/>
              <a:defRPr sz="1300">
                <a:solidFill>
                  <a:schemeClr val="dk1"/>
                </a:solidFill>
                <a:latin typeface="Mulish"/>
                <a:ea typeface="Mulish"/>
                <a:cs typeface="Mulish"/>
                <a:sym typeface="Mulish"/>
              </a:defRPr>
            </a:lvl5pPr>
            <a:lvl6pPr lvl="5" algn="r">
              <a:buNone/>
              <a:defRPr sz="1300">
                <a:solidFill>
                  <a:schemeClr val="dk1"/>
                </a:solidFill>
                <a:latin typeface="Mulish"/>
                <a:ea typeface="Mulish"/>
                <a:cs typeface="Mulish"/>
                <a:sym typeface="Mulish"/>
              </a:defRPr>
            </a:lvl6pPr>
            <a:lvl7pPr lvl="6" algn="r">
              <a:buNone/>
              <a:defRPr sz="1300">
                <a:solidFill>
                  <a:schemeClr val="dk1"/>
                </a:solidFill>
                <a:latin typeface="Mulish"/>
                <a:ea typeface="Mulish"/>
                <a:cs typeface="Mulish"/>
                <a:sym typeface="Mulish"/>
              </a:defRPr>
            </a:lvl7pPr>
            <a:lvl8pPr lvl="7" algn="r">
              <a:buNone/>
              <a:defRPr sz="1300">
                <a:solidFill>
                  <a:schemeClr val="dk1"/>
                </a:solidFill>
                <a:latin typeface="Mulish"/>
                <a:ea typeface="Mulish"/>
                <a:cs typeface="Mulish"/>
                <a:sym typeface="Mulish"/>
              </a:defRPr>
            </a:lvl8pPr>
            <a:lvl9pPr lvl="8" algn="r">
              <a:buNone/>
              <a:defRPr sz="1300">
                <a:solidFill>
                  <a:schemeClr val="dk1"/>
                </a:solidFill>
                <a:latin typeface="Mulish"/>
                <a:ea typeface="Mulish"/>
                <a:cs typeface="Mulish"/>
                <a:sym typeface="Mulish"/>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2" r:id="rId4"/>
    <p:sldLayoutId id="2147483653" r:id="rId5"/>
    <p:sldLayoutId id="2147483655" r:id="rId6"/>
    <p:sldLayoutId id="2147483657" r:id="rId7"/>
    <p:sldLayoutId id="2147483660" r:id="rId8"/>
    <p:sldLayoutId id="2147483661" r:id="rId9"/>
    <p:sldLayoutId id="2147483664" r:id="rId10"/>
    <p:sldLayoutId id="2147483668" r:id="rId11"/>
    <p:sldLayoutId id="2147483670" r:id="rId12"/>
    <p:sldLayoutId id="2147483671" r:id="rId13"/>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7.xml"/><Relationship Id="rId1" Type="http://schemas.openxmlformats.org/officeDocument/2006/relationships/slideLayout" Target="../slideLayouts/slideLayout5.xml"/><Relationship Id="rId5" Type="http://schemas.openxmlformats.org/officeDocument/2006/relationships/image" Target="../media/image9.jpeg"/><Relationship Id="rId4" Type="http://schemas.openxmlformats.org/officeDocument/2006/relationships/image" Target="../media/image8.jpeg"/></Relationships>
</file>

<file path=ppt/slides/_rels/slide11.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8.xml"/><Relationship Id="rId1" Type="http://schemas.openxmlformats.org/officeDocument/2006/relationships/slideLayout" Target="../slideLayouts/slideLayout5.xml"/><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84"/>
        <p:cNvGrpSpPr/>
        <p:nvPr/>
      </p:nvGrpSpPr>
      <p:grpSpPr>
        <a:xfrm>
          <a:off x="0" y="0"/>
          <a:ext cx="0" cy="0"/>
          <a:chOff x="0" y="0"/>
          <a:chExt cx="0" cy="0"/>
        </a:xfrm>
      </p:grpSpPr>
      <p:sp>
        <p:nvSpPr>
          <p:cNvPr id="285" name="Google Shape;285;p29"/>
          <p:cNvSpPr txBox="1">
            <a:spLocks noGrp="1"/>
          </p:cNvSpPr>
          <p:nvPr>
            <p:ph type="ctrTitle"/>
          </p:nvPr>
        </p:nvSpPr>
        <p:spPr>
          <a:xfrm>
            <a:off x="1592495" y="851888"/>
            <a:ext cx="5925600" cy="2719423"/>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4800" b="1">
                <a:solidFill>
                  <a:schemeClr val="dk2"/>
                </a:solidFill>
              </a:rPr>
              <a:t>Electricity Markets</a:t>
            </a:r>
            <a:r>
              <a:rPr lang="en-US" sz="5900" b="1">
                <a:solidFill>
                  <a:schemeClr val="dk2"/>
                </a:solidFill>
              </a:rPr>
              <a:t>: </a:t>
            </a:r>
            <a:r>
              <a:rPr lang="en-US" sz="4400" b="1">
                <a:solidFill>
                  <a:schemeClr val="dk2"/>
                </a:solidFill>
              </a:rPr>
              <a:t>Basics and operation</a:t>
            </a:r>
            <a:endParaRPr sz="4400" b="1">
              <a:solidFill>
                <a:schemeClr val="dk2"/>
              </a:solidFill>
            </a:endParaRPr>
          </a:p>
        </p:txBody>
      </p:sp>
      <p:cxnSp>
        <p:nvCxnSpPr>
          <p:cNvPr id="287" name="Google Shape;287;p29"/>
          <p:cNvCxnSpPr/>
          <p:nvPr/>
        </p:nvCxnSpPr>
        <p:spPr>
          <a:xfrm rot="10800000" flipH="1">
            <a:off x="1609200" y="3494462"/>
            <a:ext cx="5942700" cy="6600"/>
          </a:xfrm>
          <a:prstGeom prst="straightConnector1">
            <a:avLst/>
          </a:prstGeom>
          <a:noFill/>
          <a:ln w="19050" cap="flat" cmpd="sng">
            <a:solidFill>
              <a:schemeClr val="lt1"/>
            </a:solidFill>
            <a:prstDash val="solid"/>
            <a:round/>
            <a:headEnd type="oval" w="med" len="med"/>
            <a:tailEnd type="oval" w="med" len="med"/>
          </a:ln>
        </p:spPr>
      </p:cxnSp>
      <p:cxnSp>
        <p:nvCxnSpPr>
          <p:cNvPr id="288" name="Google Shape;288;p29"/>
          <p:cNvCxnSpPr/>
          <p:nvPr/>
        </p:nvCxnSpPr>
        <p:spPr>
          <a:xfrm rot="10800000" flipH="1">
            <a:off x="1635245" y="1057299"/>
            <a:ext cx="5942700" cy="6600"/>
          </a:xfrm>
          <a:prstGeom prst="straightConnector1">
            <a:avLst/>
          </a:prstGeom>
          <a:noFill/>
          <a:ln w="19050" cap="flat" cmpd="sng">
            <a:solidFill>
              <a:schemeClr val="lt1"/>
            </a:solidFill>
            <a:prstDash val="solid"/>
            <a:round/>
            <a:headEnd type="oval" w="med" len="med"/>
            <a:tailEnd type="oval" w="med" len="med"/>
          </a:ln>
        </p:spPr>
      </p:cxnSp>
      <p:sp>
        <p:nvSpPr>
          <p:cNvPr id="289" name="Google Shape;289;p29"/>
          <p:cNvSpPr/>
          <p:nvPr/>
        </p:nvSpPr>
        <p:spPr>
          <a:xfrm>
            <a:off x="1348812" y="2211599"/>
            <a:ext cx="239400" cy="239400"/>
          </a:xfrm>
          <a:prstGeom prst="star4">
            <a:avLst>
              <a:gd name="adj" fmla="val 18343"/>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 name="Google Shape;290;p29"/>
          <p:cNvSpPr/>
          <p:nvPr/>
        </p:nvSpPr>
        <p:spPr>
          <a:xfrm>
            <a:off x="7577945" y="2211599"/>
            <a:ext cx="239400" cy="239400"/>
          </a:xfrm>
          <a:prstGeom prst="star4">
            <a:avLst>
              <a:gd name="adj" fmla="val 18343"/>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Subtitle 7"/>
          <p:cNvSpPr>
            <a:spLocks noGrp="1"/>
          </p:cNvSpPr>
          <p:nvPr>
            <p:ph type="subTitle" idx="1"/>
          </p:nvPr>
        </p:nvSpPr>
        <p:spPr>
          <a:xfrm>
            <a:off x="323478" y="3788237"/>
            <a:ext cx="8496944" cy="1050413"/>
          </a:xfrm>
        </p:spPr>
        <p:txBody>
          <a:bodyPr/>
          <a:lstStyle/>
          <a:p>
            <a:pPr algn="l"/>
            <a:r>
              <a:rPr lang="en-US" sz="1400" b="1"/>
              <a:t>Presented by:                                                                                                            Guided by:</a:t>
            </a:r>
          </a:p>
          <a:p>
            <a:pPr algn="l"/>
            <a:r>
              <a:rPr lang="en-US" sz="1200" b="1"/>
              <a:t>Shreeram Kumar (2302052)                                                                                                          Dr. Saran Satsangi</a:t>
            </a:r>
          </a:p>
          <a:p>
            <a:pPr algn="l"/>
            <a:r>
              <a:rPr lang="en-US" sz="1200" b="1"/>
              <a:t>Akash Singh (2302053)                                                                                                                  Dr. </a:t>
            </a:r>
            <a:r>
              <a:rPr lang="en-US" sz="1200" b="1" err="1"/>
              <a:t>Ajishek</a:t>
            </a:r>
            <a:r>
              <a:rPr lang="en-US" sz="1200" b="1"/>
              <a:t> Raj</a:t>
            </a:r>
          </a:p>
          <a:p>
            <a:pPr algn="l"/>
            <a:r>
              <a:rPr lang="en-US" sz="1200" b="1"/>
              <a:t>Himanshu Yadav (2302054)</a:t>
            </a:r>
            <a:r>
              <a:rPr lang="en-US" sz="1400" b="1"/>
              <a:t>                                                               </a:t>
            </a:r>
          </a:p>
          <a:p>
            <a:pPr algn="l"/>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94"/>
        <p:cNvGrpSpPr/>
        <p:nvPr/>
      </p:nvGrpSpPr>
      <p:grpSpPr>
        <a:xfrm>
          <a:off x="0" y="0"/>
          <a:ext cx="0" cy="0"/>
          <a:chOff x="0" y="0"/>
          <a:chExt cx="0" cy="0"/>
        </a:xfrm>
      </p:grpSpPr>
      <p:sp>
        <p:nvSpPr>
          <p:cNvPr id="295" name="Google Shape;295;p30"/>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u="sng"/>
              <a:t>Introduction</a:t>
            </a:r>
            <a:endParaRPr u="sng"/>
          </a:p>
        </p:txBody>
      </p:sp>
      <p:sp>
        <p:nvSpPr>
          <p:cNvPr id="296" name="Google Shape;296;p30"/>
          <p:cNvSpPr txBox="1">
            <a:spLocks noGrp="1"/>
          </p:cNvSpPr>
          <p:nvPr>
            <p:ph type="body" idx="1"/>
          </p:nvPr>
        </p:nvSpPr>
        <p:spPr>
          <a:xfrm>
            <a:off x="179512" y="1347614"/>
            <a:ext cx="4212040" cy="2808312"/>
          </a:xfrm>
          <a:prstGeom prst="rect">
            <a:avLst/>
          </a:prstGeom>
        </p:spPr>
        <p:txBody>
          <a:bodyPr spcFirstLastPara="1" wrap="square" lIns="91425" tIns="91425" rIns="91425" bIns="91425" anchor="t" anchorCtr="0">
            <a:noAutofit/>
          </a:bodyPr>
          <a:lstStyle/>
          <a:p>
            <a:pPr>
              <a:buSzPct val="80000"/>
              <a:buFont typeface="Wingdings" panose="05000000000000000000" pitchFamily="2" charset="2"/>
              <a:buChar char="v"/>
            </a:pPr>
            <a:r>
              <a:rPr lang="en" b="1"/>
              <a:t> </a:t>
            </a:r>
            <a:r>
              <a:rPr lang="en-US" b="1"/>
              <a:t>Electricity markets are structured systems that enable the production, trading, and consumption of electricity in an efficient and reliable manner. </a:t>
            </a:r>
          </a:p>
          <a:p>
            <a:endParaRPr lang="en-US" b="1"/>
          </a:p>
          <a:p>
            <a:pPr>
              <a:lnSpc>
                <a:spcPct val="114999"/>
              </a:lnSpc>
            </a:pPr>
            <a:endParaRPr lang="en-US" b="1"/>
          </a:p>
          <a:p>
            <a:pPr>
              <a:lnSpc>
                <a:spcPct val="114999"/>
              </a:lnSpc>
            </a:pPr>
            <a:endParaRPr lang="en-US" b="1"/>
          </a:p>
          <a:p>
            <a:pPr>
              <a:buSzPct val="80000"/>
              <a:buFont typeface="Wingdings" panose="05000000000000000000" pitchFamily="2" charset="2"/>
              <a:buChar char="v"/>
            </a:pPr>
            <a:r>
              <a:rPr lang="en-US" b="1"/>
              <a:t> These markets are designed to balance supply and demand in real-time, ensuring that electricity is delivered to consumers when and where it is needed.</a:t>
            </a:r>
          </a:p>
          <a:p>
            <a:endParaRPr lang="en-US"/>
          </a:p>
          <a:p>
            <a:pPr>
              <a:buNone/>
            </a:pPr>
            <a:r>
              <a:rPr lang="en-US"/>
              <a:t> </a:t>
            </a:r>
            <a:endParaRPr/>
          </a:p>
        </p:txBody>
      </p:sp>
      <p:sp>
        <p:nvSpPr>
          <p:cNvPr id="298" name="Google Shape;298;p30"/>
          <p:cNvSpPr txBox="1"/>
          <p:nvPr/>
        </p:nvSpPr>
        <p:spPr>
          <a:xfrm>
            <a:off x="713225" y="4057475"/>
            <a:ext cx="2503500" cy="461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endParaRPr sz="1000" b="1">
              <a:solidFill>
                <a:schemeClr val="dk1"/>
              </a:solidFill>
              <a:latin typeface="Mulish"/>
              <a:ea typeface="Mulish"/>
              <a:cs typeface="Mulish"/>
              <a:sym typeface="Mulish"/>
            </a:endParaRPr>
          </a:p>
        </p:txBody>
      </p:sp>
      <p:sp>
        <p:nvSpPr>
          <p:cNvPr id="299" name="Google Shape;299;p30"/>
          <p:cNvSpPr txBox="1"/>
          <p:nvPr/>
        </p:nvSpPr>
        <p:spPr>
          <a:xfrm>
            <a:off x="4595536" y="4057475"/>
            <a:ext cx="4008911" cy="461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800" b="1">
                <a:solidFill>
                  <a:schemeClr val="dk1"/>
                </a:solidFill>
                <a:latin typeface="Mulish"/>
                <a:ea typeface="Mulish"/>
                <a:cs typeface="Mulish"/>
                <a:sym typeface="Mulish"/>
              </a:rPr>
              <a:t> </a:t>
            </a:r>
          </a:p>
          <a:p>
            <a:pPr marL="0" lvl="0" indent="0" algn="ctr" rtl="0">
              <a:spcBef>
                <a:spcPts val="0"/>
              </a:spcBef>
              <a:spcAft>
                <a:spcPts val="0"/>
              </a:spcAft>
              <a:buNone/>
            </a:pPr>
            <a:r>
              <a:rPr lang="en" sz="1000" b="1">
                <a:solidFill>
                  <a:schemeClr val="dk1"/>
                </a:solidFill>
                <a:latin typeface="Mulish"/>
                <a:ea typeface="Mulish"/>
                <a:cs typeface="Mulish"/>
                <a:sym typeface="Mulish"/>
              </a:rPr>
              <a:t>Figure 1 : Components of electricity market</a:t>
            </a:r>
            <a:endParaRPr lang="en" sz="800" b="1">
              <a:solidFill>
                <a:schemeClr val="dk1"/>
              </a:solidFill>
              <a:latin typeface="Mulish"/>
              <a:ea typeface="Mulish"/>
              <a:cs typeface="Mulish"/>
              <a:sym typeface="Mulish"/>
            </a:endParaRPr>
          </a:p>
        </p:txBody>
      </p:sp>
      <p:sp>
        <p:nvSpPr>
          <p:cNvPr id="300" name="Google Shape;300;p30"/>
          <p:cNvSpPr txBox="1">
            <a:spLocks noGrp="1"/>
          </p:cNvSpPr>
          <p:nvPr>
            <p:ph type="sldNum" idx="12"/>
          </p:nvPr>
        </p:nvSpPr>
        <p:spPr>
          <a:xfrm>
            <a:off x="4297650" y="4602875"/>
            <a:ext cx="548700" cy="333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fld id="{00000000-1234-1234-1234-123412341234}" type="slidenum">
              <a:rPr lang="en"/>
              <a:pPr marL="0" lvl="0" indent="0" algn="ctr" rtl="0">
                <a:spcBef>
                  <a:spcPts val="0"/>
                </a:spcBef>
                <a:spcAft>
                  <a:spcPts val="0"/>
                </a:spcAft>
                <a:buNone/>
              </a:pPr>
              <a:t>2</a:t>
            </a:fld>
            <a:endParaRPr/>
          </a:p>
        </p:txBody>
      </p:sp>
      <p:pic>
        <p:nvPicPr>
          <p:cNvPr id="3" name="Picture 2">
            <a:extLst>
              <a:ext uri="{FF2B5EF4-FFF2-40B4-BE49-F238E27FC236}">
                <a16:creationId xmlns:a16="http://schemas.microsoft.com/office/drawing/2014/main" id="{F7869775-1566-1C69-BA98-EFFDCF9E8D6D}"/>
              </a:ext>
            </a:extLst>
          </p:cNvPr>
          <p:cNvPicPr>
            <a:picLocks noChangeAspect="1"/>
          </p:cNvPicPr>
          <p:nvPr/>
        </p:nvPicPr>
        <p:blipFill>
          <a:blip r:embed="rId3"/>
          <a:stretch>
            <a:fillRect/>
          </a:stretch>
        </p:blipFill>
        <p:spPr>
          <a:xfrm>
            <a:off x="4297650" y="843559"/>
            <a:ext cx="4666838" cy="3240359"/>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40"/>
        <p:cNvGrpSpPr/>
        <p:nvPr/>
      </p:nvGrpSpPr>
      <p:grpSpPr>
        <a:xfrm>
          <a:off x="0" y="0"/>
          <a:ext cx="0" cy="0"/>
          <a:chOff x="0" y="0"/>
          <a:chExt cx="0" cy="0"/>
        </a:xfrm>
      </p:grpSpPr>
      <p:sp>
        <p:nvSpPr>
          <p:cNvPr id="348" name="Google Shape;348;p33"/>
          <p:cNvSpPr txBox="1">
            <a:spLocks noGrp="1"/>
          </p:cNvSpPr>
          <p:nvPr>
            <p:ph type="sldNum" idx="12"/>
          </p:nvPr>
        </p:nvSpPr>
        <p:spPr>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fld id="{00000000-1234-1234-1234-123412341234}" type="slidenum">
              <a:rPr lang="en"/>
              <a:pPr marL="0" lvl="0" indent="0" algn="ctr" rtl="0">
                <a:spcBef>
                  <a:spcPts val="0"/>
                </a:spcBef>
                <a:spcAft>
                  <a:spcPts val="0"/>
                </a:spcAft>
                <a:buNone/>
              </a:pPr>
              <a:t>3</a:t>
            </a:fld>
            <a:endParaRPr/>
          </a:p>
        </p:txBody>
      </p:sp>
      <p:sp>
        <p:nvSpPr>
          <p:cNvPr id="17" name="Title 16"/>
          <p:cNvSpPr>
            <a:spLocks noGrp="1"/>
          </p:cNvSpPr>
          <p:nvPr>
            <p:ph type="title"/>
          </p:nvPr>
        </p:nvSpPr>
        <p:spPr>
          <a:xfrm>
            <a:off x="467544" y="483518"/>
            <a:ext cx="3872692" cy="489155"/>
          </a:xfrm>
        </p:spPr>
        <p:txBody>
          <a:bodyPr/>
          <a:lstStyle/>
          <a:p>
            <a:r>
              <a:rPr lang="en-US" u="sng"/>
              <a:t>Market Participants</a:t>
            </a:r>
          </a:p>
        </p:txBody>
      </p:sp>
      <p:sp>
        <p:nvSpPr>
          <p:cNvPr id="5" name="Subtitle 4"/>
          <p:cNvSpPr>
            <a:spLocks noGrp="1"/>
          </p:cNvSpPr>
          <p:nvPr>
            <p:ph type="subTitle" idx="1"/>
          </p:nvPr>
        </p:nvSpPr>
        <p:spPr>
          <a:xfrm>
            <a:off x="179512" y="987573"/>
            <a:ext cx="4392488" cy="3615301"/>
          </a:xfrm>
        </p:spPr>
        <p:txBody>
          <a:bodyPr/>
          <a:lstStyle/>
          <a:p>
            <a:pPr>
              <a:buSzPct val="80000"/>
              <a:buFont typeface="Wingdings" panose="05000000000000000000" pitchFamily="2" charset="2"/>
              <a:buChar char="v"/>
            </a:pPr>
            <a:r>
              <a:rPr lang="en-US" sz="1600" b="1">
                <a:solidFill>
                  <a:schemeClr val="tx2">
                    <a:lumMod val="10000"/>
                  </a:schemeClr>
                </a:solidFill>
              </a:rPr>
              <a:t>Generators</a:t>
            </a:r>
            <a:r>
              <a:rPr lang="en-US" sz="1600" b="1"/>
              <a:t> </a:t>
            </a:r>
            <a:r>
              <a:rPr lang="en-US" sz="1300" b="1"/>
              <a:t>:-</a:t>
            </a:r>
            <a:r>
              <a:rPr lang="en-US" sz="1600" b="1"/>
              <a:t> </a:t>
            </a:r>
            <a:r>
              <a:rPr lang="en-US" sz="1200" b="1"/>
              <a:t>Companies or government entities that produce electricity from coal, hydro, solar, wind, and nuclear sources. Examples: NTPC, Tata Power, Adani Power, </a:t>
            </a:r>
            <a:r>
              <a:rPr lang="en-US" sz="1200" b="1" err="1"/>
              <a:t>ReNew</a:t>
            </a:r>
            <a:r>
              <a:rPr lang="en-US" sz="1200" b="1"/>
              <a:t> Power, NHPC.</a:t>
            </a:r>
          </a:p>
          <a:p>
            <a:pPr>
              <a:lnSpc>
                <a:spcPct val="114999"/>
              </a:lnSpc>
              <a:buSzPct val="80000"/>
              <a:buFont typeface="Wingdings" panose="05000000000000000000" pitchFamily="2" charset="2"/>
              <a:buChar char="v"/>
            </a:pPr>
            <a:endParaRPr lang="en-US" sz="1200" b="1">
              <a:solidFill>
                <a:srgbClr val="5C5C5F"/>
              </a:solidFill>
            </a:endParaRPr>
          </a:p>
          <a:p>
            <a:pPr>
              <a:lnSpc>
                <a:spcPct val="114999"/>
              </a:lnSpc>
              <a:buSzPct val="80000"/>
              <a:buFont typeface="Wingdings" panose="05000000000000000000" pitchFamily="2" charset="2"/>
              <a:buChar char="v"/>
            </a:pPr>
            <a:endParaRPr lang="en-US" sz="1200" b="1">
              <a:solidFill>
                <a:srgbClr val="5C5C5F"/>
              </a:solidFill>
            </a:endParaRPr>
          </a:p>
          <a:p>
            <a:pPr>
              <a:lnSpc>
                <a:spcPct val="114999"/>
              </a:lnSpc>
              <a:buSzPct val="80000"/>
              <a:buFont typeface="Wingdings" panose="05000000000000000000" pitchFamily="2" charset="2"/>
              <a:buChar char="v"/>
            </a:pPr>
            <a:endParaRPr lang="en-US" sz="1200" b="1">
              <a:solidFill>
                <a:srgbClr val="5C5C5F"/>
              </a:solidFill>
            </a:endParaRPr>
          </a:p>
          <a:p>
            <a:pPr>
              <a:buSzPct val="80000"/>
              <a:buFont typeface="Wingdings" panose="05000000000000000000" pitchFamily="2" charset="2"/>
              <a:buChar char="v"/>
            </a:pPr>
            <a:r>
              <a:rPr lang="en-US" sz="1600" b="1">
                <a:solidFill>
                  <a:schemeClr val="tx2">
                    <a:lumMod val="10000"/>
                  </a:schemeClr>
                </a:solidFill>
              </a:rPr>
              <a:t>Transmission System Operators</a:t>
            </a:r>
            <a:r>
              <a:rPr lang="en-US" sz="1600" b="1"/>
              <a:t>:- </a:t>
            </a:r>
            <a:r>
              <a:rPr lang="en-US" sz="1200" b="1"/>
              <a:t>Responsible for transporting electricity from power plants to different states and regions. In India, this is managed by Power Grid Corporation of India Limited (PGCIL) and State Transmission Utilities (STUs).</a:t>
            </a:r>
          </a:p>
          <a:p>
            <a:pPr>
              <a:buSzPct val="80000"/>
              <a:buFont typeface="Wingdings" panose="05000000000000000000" pitchFamily="2" charset="2"/>
              <a:buChar char="v"/>
            </a:pPr>
            <a:endParaRPr lang="en-US" sz="1600" b="1"/>
          </a:p>
          <a:p>
            <a:endParaRPr lang="en-US" sz="1600" b="1"/>
          </a:p>
        </p:txBody>
      </p:sp>
      <p:pic>
        <p:nvPicPr>
          <p:cNvPr id="4" name="Picture 3">
            <a:extLst>
              <a:ext uri="{FF2B5EF4-FFF2-40B4-BE49-F238E27FC236}">
                <a16:creationId xmlns:a16="http://schemas.microsoft.com/office/drawing/2014/main" id="{3D17D62C-5864-B6FA-E91C-2115F8E56A55}"/>
              </a:ext>
            </a:extLst>
          </p:cNvPr>
          <p:cNvPicPr>
            <a:picLocks noChangeAspect="1"/>
          </p:cNvPicPr>
          <p:nvPr/>
        </p:nvPicPr>
        <p:blipFill>
          <a:blip r:embed="rId3"/>
          <a:stretch>
            <a:fillRect/>
          </a:stretch>
        </p:blipFill>
        <p:spPr>
          <a:xfrm>
            <a:off x="4926349" y="941091"/>
            <a:ext cx="3879389" cy="2233402"/>
          </a:xfrm>
          <a:prstGeom prst="rect">
            <a:avLst/>
          </a:prstGeom>
        </p:spPr>
      </p:pic>
      <p:sp>
        <p:nvSpPr>
          <p:cNvPr id="7" name="TextBox 6">
            <a:extLst>
              <a:ext uri="{FF2B5EF4-FFF2-40B4-BE49-F238E27FC236}">
                <a16:creationId xmlns:a16="http://schemas.microsoft.com/office/drawing/2014/main" id="{ACF703FD-EFD3-6AC3-AFA8-E0CE157359F9}"/>
              </a:ext>
            </a:extLst>
          </p:cNvPr>
          <p:cNvSpPr txBox="1"/>
          <p:nvPr/>
        </p:nvSpPr>
        <p:spPr>
          <a:xfrm>
            <a:off x="5624906" y="3179446"/>
            <a:ext cx="2736304" cy="246221"/>
          </a:xfrm>
          <a:prstGeom prst="rect">
            <a:avLst/>
          </a:prstGeom>
          <a:noFill/>
        </p:spPr>
        <p:txBody>
          <a:bodyPr wrap="square" rtlCol="0">
            <a:spAutoFit/>
          </a:bodyPr>
          <a:lstStyle/>
          <a:p>
            <a:r>
              <a:rPr lang="en-US" sz="1000" b="1">
                <a:solidFill>
                  <a:schemeClr val="tx1"/>
                </a:solidFill>
              </a:rPr>
              <a:t>Figure 2 : Market Participants</a:t>
            </a:r>
            <a:endParaRPr lang="en-IN" sz="1000" b="1">
              <a:solidFill>
                <a:schemeClr val="tx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 smtClean="0"/>
              <a:pPr marL="0" lvl="0" indent="0" algn="ctr" rtl="0">
                <a:spcBef>
                  <a:spcPts val="0"/>
                </a:spcBef>
                <a:spcAft>
                  <a:spcPts val="0"/>
                </a:spcAft>
                <a:buNone/>
              </a:pPr>
              <a:t>4</a:t>
            </a:fld>
            <a:endParaRPr lang="en"/>
          </a:p>
        </p:txBody>
      </p:sp>
      <p:sp>
        <p:nvSpPr>
          <p:cNvPr id="11" name="Subtitle 10"/>
          <p:cNvSpPr>
            <a:spLocks noGrp="1"/>
          </p:cNvSpPr>
          <p:nvPr>
            <p:ph type="subTitle" idx="1"/>
          </p:nvPr>
        </p:nvSpPr>
        <p:spPr>
          <a:xfrm>
            <a:off x="539552" y="483518"/>
            <a:ext cx="6111523" cy="4037132"/>
          </a:xfrm>
        </p:spPr>
        <p:txBody>
          <a:bodyPr/>
          <a:lstStyle/>
          <a:p>
            <a:pPr>
              <a:buClr>
                <a:srgbClr val="5C5C5F"/>
              </a:buClr>
              <a:buSzPct val="80000"/>
              <a:buFont typeface="Wingdings,Sans-Serif" panose="05000000000000000000" pitchFamily="2" charset="2"/>
              <a:buChar char="v"/>
            </a:pPr>
            <a:r>
              <a:rPr lang="en-US" b="1">
                <a:solidFill>
                  <a:schemeClr val="tx2">
                    <a:lumMod val="10000"/>
                  </a:schemeClr>
                </a:solidFill>
              </a:rPr>
              <a:t>Distribution System Operators:-</a:t>
            </a:r>
            <a:r>
              <a:rPr lang="en-US" sz="1400" b="1">
                <a:solidFill>
                  <a:schemeClr val="tx2">
                    <a:lumMod val="10000"/>
                  </a:schemeClr>
                </a:solidFill>
              </a:rPr>
              <a:t>  </a:t>
            </a:r>
            <a:r>
              <a:rPr lang="en-US" sz="1200" b="1">
                <a:solidFill>
                  <a:schemeClr val="tx2">
                    <a:lumMod val="10000"/>
                  </a:schemeClr>
                </a:solidFill>
              </a:rPr>
              <a:t>Deliver electricity to homes, offices, and industries. These include state electricity boards and private DISCOMs like Tata Power, BSES, and Torrent Power.</a:t>
            </a:r>
          </a:p>
          <a:p>
            <a:pPr>
              <a:lnSpc>
                <a:spcPct val="114999"/>
              </a:lnSpc>
              <a:buClr>
                <a:srgbClr val="5C5C5F"/>
              </a:buClr>
              <a:buSzPct val="80000"/>
              <a:buFont typeface="Wingdings,Sans-Serif" panose="05000000000000000000" pitchFamily="2" charset="2"/>
              <a:buChar char="v"/>
            </a:pPr>
            <a:endParaRPr lang="en-US" sz="1200">
              <a:solidFill>
                <a:schemeClr val="tx2">
                  <a:lumMod val="10000"/>
                </a:schemeClr>
              </a:solidFill>
            </a:endParaRPr>
          </a:p>
          <a:p>
            <a:pPr>
              <a:lnSpc>
                <a:spcPct val="114999"/>
              </a:lnSpc>
              <a:buClr>
                <a:srgbClr val="5C5C5F"/>
              </a:buClr>
              <a:buSzPct val="80000"/>
              <a:buFont typeface="Wingdings,Sans-Serif" panose="05000000000000000000" pitchFamily="2" charset="2"/>
              <a:buChar char="v"/>
            </a:pPr>
            <a:endParaRPr lang="en-US" sz="1400">
              <a:solidFill>
                <a:schemeClr val="tx2">
                  <a:lumMod val="10000"/>
                </a:schemeClr>
              </a:solidFill>
            </a:endParaRPr>
          </a:p>
          <a:p>
            <a:pPr>
              <a:lnSpc>
                <a:spcPct val="114999"/>
              </a:lnSpc>
              <a:buClr>
                <a:srgbClr val="191919"/>
              </a:buClr>
              <a:buSzPct val="80000"/>
              <a:buFont typeface="Wingdings" panose="05000000000000000000" pitchFamily="2" charset="2"/>
              <a:buChar char="v"/>
            </a:pPr>
            <a:r>
              <a:rPr lang="en-US" b="1">
                <a:solidFill>
                  <a:schemeClr val="bg1">
                    <a:lumMod val="10000"/>
                  </a:schemeClr>
                </a:solidFill>
              </a:rPr>
              <a:t>Retailers</a:t>
            </a:r>
            <a:r>
              <a:rPr lang="en-US" b="1"/>
              <a:t> </a:t>
            </a:r>
            <a:r>
              <a:rPr lang="en-US" sz="1800" b="1"/>
              <a:t>:-</a:t>
            </a:r>
            <a:r>
              <a:rPr lang="en-US" sz="1200" b="1"/>
              <a:t>Companies that sell electricity to consumers. In India, most states have only one electricity provider per region, so retail competition is limited.</a:t>
            </a:r>
          </a:p>
          <a:p>
            <a:pPr>
              <a:buClr>
                <a:schemeClr val="tx2">
                  <a:lumMod val="10000"/>
                </a:schemeClr>
              </a:buClr>
              <a:buSzPct val="80000"/>
              <a:buFont typeface="Wingdings" panose="05000000000000000000" pitchFamily="2" charset="2"/>
              <a:buChar char="v"/>
            </a:pPr>
            <a:endParaRPr lang="en-US" sz="1400" b="1"/>
          </a:p>
          <a:p>
            <a:pPr>
              <a:lnSpc>
                <a:spcPct val="114999"/>
              </a:lnSpc>
              <a:buClr>
                <a:srgbClr val="191919"/>
              </a:buClr>
              <a:buSzPct val="80000"/>
              <a:buFont typeface="Wingdings" panose="05000000000000000000" pitchFamily="2" charset="2"/>
              <a:buChar char="v"/>
            </a:pPr>
            <a:endParaRPr lang="en-US" sz="1400" b="1">
              <a:solidFill>
                <a:srgbClr val="5C5C5F"/>
              </a:solidFill>
            </a:endParaRPr>
          </a:p>
          <a:p>
            <a:pPr>
              <a:buClr>
                <a:schemeClr val="tx2">
                  <a:lumMod val="10000"/>
                </a:schemeClr>
              </a:buClr>
              <a:buSzPct val="80000"/>
              <a:buFont typeface="Wingdings" panose="05000000000000000000" pitchFamily="2" charset="2"/>
              <a:buChar char="v"/>
            </a:pPr>
            <a:r>
              <a:rPr lang="en-US" b="1">
                <a:solidFill>
                  <a:schemeClr val="bg1">
                    <a:lumMod val="10000"/>
                  </a:schemeClr>
                </a:solidFill>
              </a:rPr>
              <a:t>Consumers</a:t>
            </a:r>
            <a:r>
              <a:rPr lang="en-US" sz="1800" b="1"/>
              <a:t>:-</a:t>
            </a:r>
            <a:r>
              <a:rPr lang="en-US" sz="1200" b="1"/>
              <a:t>They are ones who actually uses electricity. Households, factories, shops, malls, hospitals, and farms are some major consumers . Some consumers also become prosumers by generating electricity (e.g., through solar panels) and selling surplus power to the grid</a:t>
            </a:r>
          </a:p>
          <a:p>
            <a:pPr>
              <a:buClr>
                <a:schemeClr val="tx2">
                  <a:lumMod val="10000"/>
                </a:schemeClr>
              </a:buClr>
              <a:buSzPct val="80000"/>
              <a:buFont typeface="Wingdings" panose="05000000000000000000" pitchFamily="2" charset="2"/>
              <a:buChar char="v"/>
            </a:pPr>
            <a:endParaRPr lang="en-US" sz="1200" b="1"/>
          </a:p>
          <a:p>
            <a:pPr>
              <a:buClr>
                <a:schemeClr val="tx2">
                  <a:lumMod val="10000"/>
                </a:schemeClr>
              </a:buClr>
              <a:buSzPct val="80000"/>
              <a:buFont typeface="Wingdings" panose="05000000000000000000" pitchFamily="2" charset="2"/>
              <a:buChar char="v"/>
            </a:pPr>
            <a:endParaRPr lang="en-US" sz="1200" b="1"/>
          </a:p>
          <a:p>
            <a:pPr>
              <a:buClr>
                <a:schemeClr val="tx2">
                  <a:lumMod val="10000"/>
                </a:schemeClr>
              </a:buClr>
              <a:buSzPct val="80000"/>
              <a:buFont typeface="Wingdings" panose="05000000000000000000" pitchFamily="2" charset="2"/>
              <a:buChar char="v"/>
            </a:pPr>
            <a:endParaRPr lang="en-US" sz="1200" b="1"/>
          </a:p>
        </p:txBody>
      </p:sp>
      <p:sp>
        <p:nvSpPr>
          <p:cNvPr id="4" name="TextBox 3">
            <a:extLst>
              <a:ext uri="{FF2B5EF4-FFF2-40B4-BE49-F238E27FC236}">
                <a16:creationId xmlns:a16="http://schemas.microsoft.com/office/drawing/2014/main" id="{FDB2E089-34F8-E3A3-463C-FDE0F1010EBC}"/>
              </a:ext>
            </a:extLst>
          </p:cNvPr>
          <p:cNvSpPr txBox="1"/>
          <p:nvPr/>
        </p:nvSpPr>
        <p:spPr>
          <a:xfrm>
            <a:off x="6654591" y="703384"/>
            <a:ext cx="2000947"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a:t>Generators produces    power</a:t>
            </a:r>
          </a:p>
        </p:txBody>
      </p:sp>
      <p:sp>
        <p:nvSpPr>
          <p:cNvPr id="14" name="Arrow: Down 13">
            <a:extLst>
              <a:ext uri="{FF2B5EF4-FFF2-40B4-BE49-F238E27FC236}">
                <a16:creationId xmlns:a16="http://schemas.microsoft.com/office/drawing/2014/main" id="{FFCC568A-65DA-2CBB-ADA3-04010A1B6F70}"/>
              </a:ext>
            </a:extLst>
          </p:cNvPr>
          <p:cNvSpPr/>
          <p:nvPr/>
        </p:nvSpPr>
        <p:spPr>
          <a:xfrm>
            <a:off x="7502770" y="1226037"/>
            <a:ext cx="244230" cy="390769"/>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BD5C2954-20A6-8850-FEDB-297D8B15985B}"/>
              </a:ext>
            </a:extLst>
          </p:cNvPr>
          <p:cNvSpPr txBox="1"/>
          <p:nvPr/>
        </p:nvSpPr>
        <p:spPr>
          <a:xfrm>
            <a:off x="6839438" y="1615342"/>
            <a:ext cx="1649047"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TSOs transport it</a:t>
            </a:r>
          </a:p>
        </p:txBody>
      </p:sp>
      <p:sp>
        <p:nvSpPr>
          <p:cNvPr id="16" name="Arrow: Down 15">
            <a:extLst>
              <a:ext uri="{FF2B5EF4-FFF2-40B4-BE49-F238E27FC236}">
                <a16:creationId xmlns:a16="http://schemas.microsoft.com/office/drawing/2014/main" id="{22EA0273-FF7F-DEBD-05DD-F3430F33514F}"/>
              </a:ext>
            </a:extLst>
          </p:cNvPr>
          <p:cNvSpPr/>
          <p:nvPr/>
        </p:nvSpPr>
        <p:spPr>
          <a:xfrm>
            <a:off x="7502769" y="1924536"/>
            <a:ext cx="244230" cy="390769"/>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689EC0F9-1124-483E-972E-46C5A57BD9A0}"/>
              </a:ext>
            </a:extLst>
          </p:cNvPr>
          <p:cNvSpPr txBox="1"/>
          <p:nvPr/>
        </p:nvSpPr>
        <p:spPr>
          <a:xfrm>
            <a:off x="6922476" y="2313842"/>
            <a:ext cx="1673470"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DSOs distribute it</a:t>
            </a:r>
          </a:p>
        </p:txBody>
      </p:sp>
      <p:sp>
        <p:nvSpPr>
          <p:cNvPr id="18" name="Arrow: Down 17">
            <a:extLst>
              <a:ext uri="{FF2B5EF4-FFF2-40B4-BE49-F238E27FC236}">
                <a16:creationId xmlns:a16="http://schemas.microsoft.com/office/drawing/2014/main" id="{8F9BEABE-08FF-1107-2A51-F37333C21FDD}"/>
              </a:ext>
            </a:extLst>
          </p:cNvPr>
          <p:cNvSpPr/>
          <p:nvPr/>
        </p:nvSpPr>
        <p:spPr>
          <a:xfrm>
            <a:off x="7532076" y="2623035"/>
            <a:ext cx="244230" cy="390769"/>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C7351E07-33A4-C5D8-DDE6-C43986E45B81}"/>
              </a:ext>
            </a:extLst>
          </p:cNvPr>
          <p:cNvSpPr txBox="1"/>
          <p:nvPr/>
        </p:nvSpPr>
        <p:spPr>
          <a:xfrm>
            <a:off x="6927361" y="3007459"/>
            <a:ext cx="1458547" cy="31266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Retailers sell it</a:t>
            </a:r>
          </a:p>
        </p:txBody>
      </p:sp>
      <p:sp>
        <p:nvSpPr>
          <p:cNvPr id="20" name="Arrow: Down 19">
            <a:extLst>
              <a:ext uri="{FF2B5EF4-FFF2-40B4-BE49-F238E27FC236}">
                <a16:creationId xmlns:a16="http://schemas.microsoft.com/office/drawing/2014/main" id="{DEC59847-52B8-65A4-1504-32C2C317BDCC}"/>
              </a:ext>
            </a:extLst>
          </p:cNvPr>
          <p:cNvSpPr/>
          <p:nvPr/>
        </p:nvSpPr>
        <p:spPr>
          <a:xfrm>
            <a:off x="7532075" y="3321534"/>
            <a:ext cx="244230" cy="390769"/>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CE8F7049-B6C7-A87C-1D4D-22DC375AA9B9}"/>
              </a:ext>
            </a:extLst>
          </p:cNvPr>
          <p:cNvSpPr txBox="1"/>
          <p:nvPr/>
        </p:nvSpPr>
        <p:spPr>
          <a:xfrm>
            <a:off x="6839439" y="3710842"/>
            <a:ext cx="1663700" cy="31754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Consumers uses it</a:t>
            </a:r>
          </a:p>
        </p:txBody>
      </p:sp>
      <p:sp>
        <p:nvSpPr>
          <p:cNvPr id="22" name="TextBox 21">
            <a:extLst>
              <a:ext uri="{FF2B5EF4-FFF2-40B4-BE49-F238E27FC236}">
                <a16:creationId xmlns:a16="http://schemas.microsoft.com/office/drawing/2014/main" id="{2521FB8F-0E90-3F16-869A-7562EC388DDF}"/>
              </a:ext>
            </a:extLst>
          </p:cNvPr>
          <p:cNvSpPr txBox="1"/>
          <p:nvPr/>
        </p:nvSpPr>
        <p:spPr>
          <a:xfrm>
            <a:off x="6507285" y="4028344"/>
            <a:ext cx="2479431"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b="1"/>
              <a:t>Fig3. Flow chart of            participants</a:t>
            </a:r>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28"/>
        <p:cNvGrpSpPr/>
        <p:nvPr/>
      </p:nvGrpSpPr>
      <p:grpSpPr>
        <a:xfrm>
          <a:off x="0" y="0"/>
          <a:ext cx="0" cy="0"/>
          <a:chOff x="0" y="0"/>
          <a:chExt cx="0" cy="0"/>
        </a:xfrm>
      </p:grpSpPr>
      <p:sp>
        <p:nvSpPr>
          <p:cNvPr id="332" name="Google Shape;332;p32"/>
          <p:cNvSpPr txBox="1">
            <a:spLocks noGrp="1"/>
          </p:cNvSpPr>
          <p:nvPr>
            <p:ph type="sldNum" idx="12"/>
          </p:nvPr>
        </p:nvSpPr>
        <p:spPr>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fld id="{00000000-1234-1234-1234-123412341234}" type="slidenum">
              <a:rPr lang="en"/>
              <a:pPr marL="0" lvl="0" indent="0" algn="ctr" rtl="0">
                <a:spcBef>
                  <a:spcPts val="0"/>
                </a:spcBef>
                <a:spcAft>
                  <a:spcPts val="0"/>
                </a:spcAft>
                <a:buNone/>
              </a:pPr>
              <a:t>5</a:t>
            </a:fld>
            <a:endParaRPr/>
          </a:p>
        </p:txBody>
      </p:sp>
      <p:sp>
        <p:nvSpPr>
          <p:cNvPr id="16" name="Title 15"/>
          <p:cNvSpPr>
            <a:spLocks noGrp="1"/>
          </p:cNvSpPr>
          <p:nvPr>
            <p:ph type="title"/>
          </p:nvPr>
        </p:nvSpPr>
        <p:spPr>
          <a:xfrm>
            <a:off x="827584" y="339502"/>
            <a:ext cx="7704000" cy="576064"/>
          </a:xfrm>
        </p:spPr>
        <p:txBody>
          <a:bodyPr/>
          <a:lstStyle/>
          <a:p>
            <a:r>
              <a:rPr lang="en-US" u="sng"/>
              <a:t>Market Models</a:t>
            </a:r>
          </a:p>
        </p:txBody>
      </p:sp>
      <p:sp>
        <p:nvSpPr>
          <p:cNvPr id="17" name="Text Placeholder 16"/>
          <p:cNvSpPr>
            <a:spLocks noGrp="1"/>
          </p:cNvSpPr>
          <p:nvPr>
            <p:ph type="body" idx="1"/>
          </p:nvPr>
        </p:nvSpPr>
        <p:spPr>
          <a:xfrm>
            <a:off x="720000" y="987574"/>
            <a:ext cx="7704000" cy="3600648"/>
          </a:xfrm>
        </p:spPr>
        <p:txBody>
          <a:bodyPr/>
          <a:lstStyle/>
          <a:p>
            <a:r>
              <a:rPr lang="en-US" sz="1600" b="1">
                <a:latin typeface="CMR10"/>
              </a:rPr>
              <a:t>The three primary models are </a:t>
            </a:r>
            <a:r>
              <a:rPr lang="en-US" sz="1600" b="1">
                <a:latin typeface="CMBX10"/>
              </a:rPr>
              <a:t>regulated markets, deregulated markets, and hybrid markets.</a:t>
            </a:r>
            <a:endParaRPr lang="en-US"/>
          </a:p>
          <a:p>
            <a:endParaRPr lang="en-US" sz="1600" b="1">
              <a:latin typeface="CMBX10"/>
            </a:endParaRPr>
          </a:p>
          <a:p>
            <a:pPr>
              <a:buClr>
                <a:schemeClr val="bg1">
                  <a:lumMod val="10000"/>
                </a:schemeClr>
              </a:buClr>
              <a:buSzPct val="80000"/>
              <a:buFont typeface="Wingdings" panose="05000000000000000000" pitchFamily="2" charset="2"/>
              <a:buChar char="v"/>
            </a:pPr>
            <a:r>
              <a:rPr lang="en-US" b="1" u="sng">
                <a:latin typeface="CMBX10"/>
              </a:rPr>
              <a:t>Regulated Markets</a:t>
            </a:r>
            <a:r>
              <a:rPr lang="en-US" b="1">
                <a:latin typeface="CMBX10"/>
              </a:rPr>
              <a:t>:-</a:t>
            </a:r>
            <a:r>
              <a:rPr lang="en-US" sz="1600"/>
              <a:t> </a:t>
            </a:r>
            <a:r>
              <a:rPr lang="en-US" sz="1200" b="1"/>
              <a:t>Electricity is generated, transported, and sold by government-owned companies, and prices are fixed by regulators like the Central Electricity Regulatory Commission (CERC) and State Electricity Regulatory Commissions (SERCs).</a:t>
            </a:r>
          </a:p>
          <a:p>
            <a:pPr marL="577850" indent="-400050">
              <a:buFont typeface="Wingdings" pitchFamily="2" charset="2"/>
              <a:buChar char="Ø"/>
            </a:pPr>
            <a:endParaRPr lang="en-US" b="1">
              <a:latin typeface="CMBX10"/>
            </a:endParaRPr>
          </a:p>
          <a:p>
            <a:pPr>
              <a:buClr>
                <a:schemeClr val="bg1">
                  <a:lumMod val="10000"/>
                </a:schemeClr>
              </a:buClr>
              <a:buSzPct val="80000"/>
              <a:buFont typeface="Nunito Light" panose="05000000000000000000" pitchFamily="2" charset="2"/>
              <a:buChar char="●"/>
            </a:pPr>
            <a:r>
              <a:rPr lang="en-US" b="1" u="sng">
                <a:latin typeface="CMBX10"/>
              </a:rPr>
              <a:t>Deregulated Markets</a:t>
            </a:r>
            <a:r>
              <a:rPr lang="en-US" b="1">
                <a:latin typeface="CMBX10"/>
              </a:rPr>
              <a:t>:-</a:t>
            </a:r>
            <a:r>
              <a:rPr lang="en-US" sz="1600" b="1">
                <a:latin typeface="CMBX10"/>
              </a:rPr>
              <a:t> </a:t>
            </a:r>
            <a:r>
              <a:rPr lang="en-US" sz="1200" b="1"/>
              <a:t>India has started moving towards a more competitive electricity </a:t>
            </a:r>
            <a:r>
              <a:rPr lang="en-US" sz="1200" b="1" err="1"/>
              <a:t>market.Power</a:t>
            </a:r>
            <a:r>
              <a:rPr lang="en-US" sz="1200" b="1"/>
              <a:t> generators can now sell electricity in open markets instead of only selling to government DISCOMs. Big consumers (factories, malls, IT companies) can buy electricity directly from private generators at competitive prices through a system called Open Access.</a:t>
            </a:r>
          </a:p>
          <a:p>
            <a:pPr marL="577850" indent="-400050">
              <a:buFont typeface="Wingdings" pitchFamily="2" charset="2"/>
              <a:buChar char="Ø"/>
            </a:pPr>
            <a:endParaRPr lang="en-US" sz="1200" b="1">
              <a:latin typeface="CMBX10"/>
            </a:endParaRPr>
          </a:p>
          <a:p>
            <a:pPr>
              <a:buClr>
                <a:schemeClr val="bg1">
                  <a:lumMod val="10000"/>
                </a:schemeClr>
              </a:buClr>
              <a:buSzPct val="80000"/>
              <a:buFont typeface="Wingdings" panose="05000000000000000000" pitchFamily="2" charset="2"/>
              <a:buChar char="v"/>
            </a:pPr>
            <a:r>
              <a:rPr lang="en-US" sz="1600" b="1" u="sng">
                <a:latin typeface="CMBX10"/>
              </a:rPr>
              <a:t>Hybrid Markets</a:t>
            </a:r>
            <a:r>
              <a:rPr lang="en-US" sz="1600" b="1">
                <a:latin typeface="CMBX10"/>
              </a:rPr>
              <a:t>:-</a:t>
            </a:r>
            <a:r>
              <a:rPr lang="en-US" sz="1200" b="1"/>
              <a:t>mix of both regulated and deregulated systems. Some parts, like transmission and distribution, remain government-controlled, while generation and trading are open to competition.</a:t>
            </a:r>
          </a:p>
          <a:p>
            <a:pPr marL="1035050" lvl="1" indent="-400050">
              <a:buFont typeface="Wingdings" pitchFamily="2" charset="2"/>
              <a:buChar char="Ø"/>
            </a:pPr>
            <a:endParaRPr lang="en-US" sz="1600" b="1">
              <a:latin typeface="CMBX10"/>
            </a:endParaRPr>
          </a:p>
          <a:p>
            <a:pPr marL="577850" indent="-400050">
              <a:buFont typeface="+mj-lt"/>
              <a:buAutoNum type="romanLcPeriod"/>
            </a:pPr>
            <a:endParaRPr lang="en-US">
              <a:latin typeface="CMR10"/>
            </a:endParaRPr>
          </a:p>
          <a:p>
            <a:endParaRPr lang="en-US">
              <a:latin typeface="CMBX1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idx="12"/>
          </p:nvPr>
        </p:nvSpPr>
        <p:spPr/>
        <p:txBody>
          <a:bodyPr/>
          <a:lstStyle/>
          <a:p>
            <a:pPr lvl="0"/>
            <a:fld id="{00000000-1234-1234-1234-123412341234}" type="slidenum">
              <a:rPr lang="en" smtClean="0"/>
              <a:pPr lvl="0"/>
              <a:t>6</a:t>
            </a:fld>
            <a:endParaRPr lang="en"/>
          </a:p>
        </p:txBody>
      </p:sp>
      <p:sp>
        <p:nvSpPr>
          <p:cNvPr id="3" name="Title 2"/>
          <p:cNvSpPr>
            <a:spLocks noGrp="1"/>
          </p:cNvSpPr>
          <p:nvPr>
            <p:ph type="title"/>
          </p:nvPr>
        </p:nvSpPr>
        <p:spPr>
          <a:xfrm>
            <a:off x="395536" y="411510"/>
            <a:ext cx="6554432" cy="572700"/>
          </a:xfrm>
        </p:spPr>
        <p:txBody>
          <a:bodyPr/>
          <a:lstStyle/>
          <a:p>
            <a:r>
              <a:rPr lang="en-US" u="sng"/>
              <a:t>Market Types</a:t>
            </a:r>
            <a:br>
              <a:rPr lang="en-US"/>
            </a:br>
            <a:br>
              <a:rPr lang="en-US"/>
            </a:br>
            <a:endParaRPr lang="en-US"/>
          </a:p>
        </p:txBody>
      </p:sp>
      <p:sp>
        <p:nvSpPr>
          <p:cNvPr id="42" name="Text Placeholder 41"/>
          <p:cNvSpPr>
            <a:spLocks noGrp="1"/>
          </p:cNvSpPr>
          <p:nvPr>
            <p:ph type="subTitle" idx="1"/>
          </p:nvPr>
        </p:nvSpPr>
        <p:spPr>
          <a:xfrm>
            <a:off x="-36512" y="919653"/>
            <a:ext cx="4104456" cy="3747780"/>
          </a:xfrm>
        </p:spPr>
        <p:txBody>
          <a:bodyPr/>
          <a:lstStyle/>
          <a:p>
            <a:pPr>
              <a:buNone/>
            </a:pPr>
            <a:r>
              <a:rPr lang="en-US" sz="1200" b="1"/>
              <a:t>       </a:t>
            </a:r>
          </a:p>
          <a:p>
            <a:pPr>
              <a:buNone/>
            </a:pPr>
            <a:endParaRPr lang="en-US" sz="1200" b="1"/>
          </a:p>
          <a:p>
            <a:pPr>
              <a:buClr>
                <a:schemeClr val="tx2">
                  <a:lumMod val="10000"/>
                </a:schemeClr>
              </a:buClr>
              <a:buSzPct val="80000"/>
              <a:buFont typeface="Wingdings" panose="05000000000000000000" pitchFamily="2" charset="2"/>
              <a:buChar char="v"/>
            </a:pPr>
            <a:r>
              <a:rPr lang="en-US" b="1">
                <a:solidFill>
                  <a:schemeClr val="bg1">
                    <a:lumMod val="10000"/>
                  </a:schemeClr>
                </a:solidFill>
              </a:rPr>
              <a:t>Wholesale Market</a:t>
            </a:r>
            <a:r>
              <a:rPr lang="en-US" sz="1400" b="1"/>
              <a:t>:- </a:t>
            </a:r>
            <a:r>
              <a:rPr lang="en-US" sz="1200" b="1">
                <a:solidFill>
                  <a:schemeClr val="tx1">
                    <a:lumMod val="75000"/>
                  </a:schemeClr>
                </a:solidFill>
              </a:rPr>
              <a:t>In this market electricity is bought and sold in bulk. </a:t>
            </a:r>
            <a:r>
              <a:rPr lang="en-US" sz="1200" b="1" i="0">
                <a:solidFill>
                  <a:schemeClr val="tx1">
                    <a:lumMod val="75000"/>
                  </a:schemeClr>
                </a:solidFill>
                <a:effectLst/>
              </a:rPr>
              <a:t>It's also known as a power exchange (PX) or energy exchange. </a:t>
            </a:r>
            <a:r>
              <a:rPr lang="en-US" sz="1200" b="1">
                <a:solidFill>
                  <a:schemeClr val="tx1">
                    <a:lumMod val="75000"/>
                  </a:schemeClr>
                </a:solidFill>
              </a:rPr>
              <a:t> </a:t>
            </a:r>
          </a:p>
          <a:p>
            <a:endParaRPr lang="en-US" b="1"/>
          </a:p>
          <a:p>
            <a:pPr>
              <a:lnSpc>
                <a:spcPct val="114999"/>
              </a:lnSpc>
              <a:buClr>
                <a:srgbClr val="5C5C5F"/>
              </a:buClr>
            </a:pPr>
            <a:endParaRPr lang="en-US" b="1">
              <a:solidFill>
                <a:srgbClr val="5C5C5F"/>
              </a:solidFill>
            </a:endParaRPr>
          </a:p>
          <a:p>
            <a:pPr>
              <a:buClr>
                <a:schemeClr val="tx2">
                  <a:lumMod val="10000"/>
                </a:schemeClr>
              </a:buClr>
              <a:buSzPct val="80000"/>
              <a:buFont typeface="Wingdings" panose="05000000000000000000" pitchFamily="2" charset="2"/>
              <a:buChar char="v"/>
            </a:pPr>
            <a:r>
              <a:rPr lang="en-US" b="1">
                <a:solidFill>
                  <a:schemeClr val="bg1">
                    <a:lumMod val="10000"/>
                  </a:schemeClr>
                </a:solidFill>
              </a:rPr>
              <a:t>Retail Market</a:t>
            </a:r>
            <a:r>
              <a:rPr lang="en-US" sz="1400" b="1">
                <a:solidFill>
                  <a:schemeClr val="accent2">
                    <a:lumMod val="50000"/>
                  </a:schemeClr>
                </a:solidFill>
              </a:rPr>
              <a:t>:-</a:t>
            </a:r>
            <a:r>
              <a:rPr lang="en-US" sz="1400" b="0" i="0">
                <a:solidFill>
                  <a:schemeClr val="accent2">
                    <a:lumMod val="50000"/>
                  </a:schemeClr>
                </a:solidFill>
                <a:effectLst/>
              </a:rPr>
              <a:t> </a:t>
            </a:r>
            <a:r>
              <a:rPr lang="en-US" sz="1200" b="1" i="0">
                <a:solidFill>
                  <a:schemeClr val="tx1">
                    <a:lumMod val="75000"/>
                  </a:schemeClr>
                </a:solidFill>
                <a:effectLst/>
              </a:rPr>
              <a:t>A retail electric market consists of utility companies, local power lines, retail energy suppliers, retail energy brokers, energy consultants, energy traders, and ultimately energy consumers</a:t>
            </a:r>
            <a:r>
              <a:rPr lang="en-US" sz="1200" b="1" i="0">
                <a:solidFill>
                  <a:schemeClr val="tx1">
                    <a:lumMod val="75000"/>
                  </a:schemeClr>
                </a:solidFill>
                <a:effectLst/>
                <a:latin typeface="Google Sans"/>
              </a:rPr>
              <a:t>.</a:t>
            </a:r>
            <a:endParaRPr lang="en-US" sz="1200" b="1">
              <a:solidFill>
                <a:schemeClr val="tx1">
                  <a:lumMod val="75000"/>
                </a:schemeClr>
              </a:solidFill>
            </a:endParaRPr>
          </a:p>
        </p:txBody>
      </p:sp>
      <p:pic>
        <p:nvPicPr>
          <p:cNvPr id="5" name="Picture 4" descr="Wholesale_market.jpg"/>
          <p:cNvPicPr>
            <a:picLocks noChangeAspect="1"/>
          </p:cNvPicPr>
          <p:nvPr/>
        </p:nvPicPr>
        <p:blipFill>
          <a:blip r:embed="rId2"/>
          <a:stretch>
            <a:fillRect/>
          </a:stretch>
        </p:blipFill>
        <p:spPr>
          <a:xfrm>
            <a:off x="4067944" y="1230716"/>
            <a:ext cx="4824536" cy="2565170"/>
          </a:xfrm>
          <a:prstGeom prst="rect">
            <a:avLst/>
          </a:prstGeom>
        </p:spPr>
      </p:pic>
      <p:sp>
        <p:nvSpPr>
          <p:cNvPr id="4" name="TextBox 3">
            <a:extLst>
              <a:ext uri="{FF2B5EF4-FFF2-40B4-BE49-F238E27FC236}">
                <a16:creationId xmlns:a16="http://schemas.microsoft.com/office/drawing/2014/main" id="{6AE2B4F3-E28E-E8BD-8902-955E5754C5AC}"/>
              </a:ext>
            </a:extLst>
          </p:cNvPr>
          <p:cNvSpPr txBox="1"/>
          <p:nvPr/>
        </p:nvSpPr>
        <p:spPr>
          <a:xfrm>
            <a:off x="5126846" y="4201020"/>
            <a:ext cx="2702984" cy="261610"/>
          </a:xfrm>
          <a:prstGeom prst="rect">
            <a:avLst/>
          </a:prstGeom>
          <a:noFill/>
        </p:spPr>
        <p:txBody>
          <a:bodyPr wrap="none" rtlCol="0">
            <a:spAutoFit/>
          </a:bodyPr>
          <a:lstStyle/>
          <a:p>
            <a:r>
              <a:rPr lang="en-US" sz="1100" b="1"/>
              <a:t>Figure 4 : Wholesale market structure</a:t>
            </a:r>
            <a:endParaRPr lang="en-IN" sz="1100" b="1"/>
          </a:p>
        </p:txBody>
      </p:sp>
      <p:pic>
        <p:nvPicPr>
          <p:cNvPr id="7" name="Picture 6">
            <a:extLst>
              <a:ext uri="{FF2B5EF4-FFF2-40B4-BE49-F238E27FC236}">
                <a16:creationId xmlns:a16="http://schemas.microsoft.com/office/drawing/2014/main" id="{5F530F9A-D1E8-3E58-0D50-D69FF9058327}"/>
              </a:ext>
            </a:extLst>
          </p:cNvPr>
          <p:cNvPicPr>
            <a:picLocks noChangeAspect="1"/>
          </p:cNvPicPr>
          <p:nvPr/>
        </p:nvPicPr>
        <p:blipFill>
          <a:blip r:embed="rId3"/>
          <a:stretch>
            <a:fillRect/>
          </a:stretch>
        </p:blipFill>
        <p:spPr>
          <a:xfrm>
            <a:off x="3923928" y="1042645"/>
            <a:ext cx="5040560" cy="3113281"/>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52"/>
        <p:cNvGrpSpPr/>
        <p:nvPr/>
      </p:nvGrpSpPr>
      <p:grpSpPr>
        <a:xfrm>
          <a:off x="0" y="0"/>
          <a:ext cx="0" cy="0"/>
          <a:chOff x="0" y="0"/>
          <a:chExt cx="0" cy="0"/>
        </a:xfrm>
      </p:grpSpPr>
      <p:sp>
        <p:nvSpPr>
          <p:cNvPr id="355" name="Google Shape;355;p34"/>
          <p:cNvSpPr txBox="1">
            <a:spLocks noGrp="1"/>
          </p:cNvSpPr>
          <p:nvPr>
            <p:ph type="sldNum" idx="12"/>
          </p:nvPr>
        </p:nvSpPr>
        <p:spPr>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fld id="{00000000-1234-1234-1234-123412341234}" type="slidenum">
              <a:rPr lang="en"/>
              <a:pPr marL="0" lvl="0" indent="0" algn="ctr" rtl="0">
                <a:spcBef>
                  <a:spcPts val="0"/>
                </a:spcBef>
                <a:spcAft>
                  <a:spcPts val="0"/>
                </a:spcAft>
                <a:buNone/>
              </a:pPr>
              <a:t>7</a:t>
            </a:fld>
            <a:endParaRPr/>
          </a:p>
        </p:txBody>
      </p:sp>
      <p:sp>
        <p:nvSpPr>
          <p:cNvPr id="9" name="Title 8"/>
          <p:cNvSpPr>
            <a:spLocks noGrp="1"/>
          </p:cNvSpPr>
          <p:nvPr>
            <p:ph type="title"/>
          </p:nvPr>
        </p:nvSpPr>
        <p:spPr/>
        <p:txBody>
          <a:bodyPr/>
          <a:lstStyle/>
          <a:p>
            <a:r>
              <a:rPr lang="en-US" u="sng"/>
              <a:t>Market Mechanism and Pricing</a:t>
            </a:r>
          </a:p>
        </p:txBody>
      </p:sp>
      <p:sp>
        <p:nvSpPr>
          <p:cNvPr id="4" name="Subtitle 3"/>
          <p:cNvSpPr>
            <a:spLocks noGrp="1"/>
          </p:cNvSpPr>
          <p:nvPr>
            <p:ph type="subTitle" idx="1"/>
          </p:nvPr>
        </p:nvSpPr>
        <p:spPr>
          <a:xfrm>
            <a:off x="611560" y="1347614"/>
            <a:ext cx="7056784" cy="3240360"/>
          </a:xfrm>
        </p:spPr>
        <p:txBody>
          <a:bodyPr/>
          <a:lstStyle/>
          <a:p>
            <a:pPr>
              <a:buNone/>
            </a:pPr>
            <a:r>
              <a:rPr lang="en-US" b="1"/>
              <a:t>Pricing of electricity is determined based on supply and demand.</a:t>
            </a:r>
          </a:p>
          <a:p>
            <a:pPr>
              <a:buNone/>
            </a:pPr>
            <a:r>
              <a:rPr lang="en-US" b="1"/>
              <a:t>Three main pricing mechanisms are:-</a:t>
            </a:r>
          </a:p>
          <a:p>
            <a:pPr>
              <a:buNone/>
            </a:pPr>
            <a:endParaRPr lang="en-US" b="1"/>
          </a:p>
          <a:p>
            <a:pPr>
              <a:buClr>
                <a:schemeClr val="tx2">
                  <a:lumMod val="10000"/>
                </a:schemeClr>
              </a:buClr>
              <a:buSzPct val="80000"/>
              <a:buFont typeface="Wingdings" panose="05000000000000000000" pitchFamily="2" charset="2"/>
              <a:buChar char="v"/>
            </a:pPr>
            <a:r>
              <a:rPr lang="en-US" b="1">
                <a:solidFill>
                  <a:schemeClr val="tx2">
                    <a:lumMod val="10000"/>
                  </a:schemeClr>
                </a:solidFill>
              </a:rPr>
              <a:t>Marginal Pricing</a:t>
            </a:r>
            <a:r>
              <a:rPr lang="en-US" b="1"/>
              <a:t>:-</a:t>
            </a:r>
            <a:r>
              <a:rPr lang="en-US" sz="1400" b="1"/>
              <a:t>Price is determined on the basis of the most expensive generator needed to meet demands.</a:t>
            </a:r>
          </a:p>
          <a:p>
            <a:pPr>
              <a:buFont typeface="Wingdings" pitchFamily="2" charset="2"/>
              <a:buChar char="Ø"/>
            </a:pPr>
            <a:endParaRPr lang="en-US" sz="1400" b="1"/>
          </a:p>
          <a:p>
            <a:pPr>
              <a:buClr>
                <a:schemeClr val="tx2">
                  <a:lumMod val="10000"/>
                </a:schemeClr>
              </a:buClr>
              <a:buSzPct val="80000"/>
              <a:buFont typeface="Wingdings" panose="05000000000000000000" pitchFamily="2" charset="2"/>
              <a:buChar char="v"/>
            </a:pPr>
            <a:r>
              <a:rPr lang="en-US" b="1">
                <a:solidFill>
                  <a:schemeClr val="tx2">
                    <a:lumMod val="10000"/>
                  </a:schemeClr>
                </a:solidFill>
              </a:rPr>
              <a:t>Pay-as-Bid Pricing</a:t>
            </a:r>
            <a:r>
              <a:rPr lang="en-US" b="1"/>
              <a:t>:-</a:t>
            </a:r>
            <a:r>
              <a:rPr lang="en-US" sz="1400" b="1"/>
              <a:t>Price is determined on the basis of individual generator bids.</a:t>
            </a:r>
          </a:p>
          <a:p>
            <a:pPr>
              <a:buFont typeface="Wingdings" pitchFamily="2" charset="2"/>
              <a:buChar char="Ø"/>
            </a:pPr>
            <a:endParaRPr lang="en-US" sz="1400" b="1"/>
          </a:p>
          <a:p>
            <a:pPr>
              <a:buClr>
                <a:schemeClr val="tx2">
                  <a:lumMod val="10000"/>
                </a:schemeClr>
              </a:buClr>
              <a:buSzPct val="80000"/>
              <a:buFont typeface="Wingdings" panose="05000000000000000000" pitchFamily="2" charset="2"/>
              <a:buChar char="v"/>
            </a:pPr>
            <a:r>
              <a:rPr lang="en-US" b="1">
                <a:solidFill>
                  <a:schemeClr val="tx2">
                    <a:lumMod val="10000"/>
                  </a:schemeClr>
                </a:solidFill>
              </a:rPr>
              <a:t>Capacity Market</a:t>
            </a:r>
            <a:r>
              <a:rPr lang="en-US" b="1"/>
              <a:t>:-</a:t>
            </a:r>
            <a:r>
              <a:rPr lang="en-US" sz="1400" b="1"/>
              <a:t>Price is determined on the basis of long-term contracts and centralized planning.</a:t>
            </a:r>
          </a:p>
          <a:p>
            <a:pPr>
              <a:buFont typeface="Wingdings" pitchFamily="2" charset="2"/>
              <a:buChar char="Ø"/>
            </a:pPr>
            <a:endParaRPr lang="en-US" sz="1400" b="1"/>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61"/>
        <p:cNvGrpSpPr/>
        <p:nvPr/>
      </p:nvGrpSpPr>
      <p:grpSpPr>
        <a:xfrm>
          <a:off x="0" y="0"/>
          <a:ext cx="0" cy="0"/>
          <a:chOff x="0" y="0"/>
          <a:chExt cx="0" cy="0"/>
        </a:xfrm>
      </p:grpSpPr>
      <p:sp>
        <p:nvSpPr>
          <p:cNvPr id="364" name="Google Shape;364;p35"/>
          <p:cNvSpPr txBox="1">
            <a:spLocks noGrp="1"/>
          </p:cNvSpPr>
          <p:nvPr>
            <p:ph type="sldNum" idx="12"/>
          </p:nvPr>
        </p:nvSpPr>
        <p:spPr>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fld id="{00000000-1234-1234-1234-123412341234}" type="slidenum">
              <a:rPr lang="en"/>
              <a:pPr marL="0" lvl="0" indent="0" algn="ctr" rtl="0">
                <a:spcBef>
                  <a:spcPts val="0"/>
                </a:spcBef>
                <a:spcAft>
                  <a:spcPts val="0"/>
                </a:spcAft>
                <a:buNone/>
              </a:pPr>
              <a:t>8</a:t>
            </a:fld>
            <a:endParaRPr/>
          </a:p>
        </p:txBody>
      </p:sp>
      <p:sp>
        <p:nvSpPr>
          <p:cNvPr id="7" name="Title 6"/>
          <p:cNvSpPr>
            <a:spLocks noGrp="1"/>
          </p:cNvSpPr>
          <p:nvPr>
            <p:ph type="title"/>
          </p:nvPr>
        </p:nvSpPr>
        <p:spPr/>
        <p:txBody>
          <a:bodyPr/>
          <a:lstStyle/>
          <a:p>
            <a:r>
              <a:rPr lang="en-US" u="sng"/>
              <a:t>Challenges in Electricity Market</a:t>
            </a:r>
          </a:p>
        </p:txBody>
      </p:sp>
      <p:sp>
        <p:nvSpPr>
          <p:cNvPr id="13" name="Subtitle 12"/>
          <p:cNvSpPr>
            <a:spLocks noGrp="1"/>
          </p:cNvSpPr>
          <p:nvPr>
            <p:ph type="subTitle" idx="1"/>
          </p:nvPr>
        </p:nvSpPr>
        <p:spPr>
          <a:xfrm>
            <a:off x="539551" y="1276834"/>
            <a:ext cx="3885275" cy="3344534"/>
          </a:xfrm>
        </p:spPr>
        <p:txBody>
          <a:bodyPr/>
          <a:lstStyle/>
          <a:p>
            <a:pPr>
              <a:buClr>
                <a:schemeClr val="tx2">
                  <a:lumMod val="10000"/>
                </a:schemeClr>
              </a:buClr>
              <a:buSzPct val="80000"/>
              <a:buFont typeface="Wingdings" panose="05000000000000000000" pitchFamily="2" charset="2"/>
              <a:buChar char="v"/>
            </a:pPr>
            <a:r>
              <a:rPr lang="en-US" b="1"/>
              <a:t>Low utilization of generation capacity due to shortage of fuel and unviable power purchase agreements.</a:t>
            </a:r>
          </a:p>
          <a:p>
            <a:pPr>
              <a:buClr>
                <a:schemeClr val="tx2">
                  <a:lumMod val="10000"/>
                </a:schemeClr>
              </a:buClr>
              <a:buSzPct val="80000"/>
              <a:buFont typeface="Wingdings" panose="05000000000000000000" pitchFamily="2" charset="2"/>
              <a:buChar char="v"/>
            </a:pPr>
            <a:endParaRPr lang="en-US" b="1"/>
          </a:p>
          <a:p>
            <a:pPr>
              <a:buClr>
                <a:schemeClr val="tx2">
                  <a:lumMod val="10000"/>
                </a:schemeClr>
              </a:buClr>
              <a:buSzPct val="80000"/>
              <a:buFont typeface="Wingdings" panose="05000000000000000000" pitchFamily="2" charset="2"/>
              <a:buChar char="v"/>
            </a:pPr>
            <a:r>
              <a:rPr lang="en-US" b="1"/>
              <a:t>Limited storage capacity of renewable resources.</a:t>
            </a:r>
          </a:p>
          <a:p>
            <a:pPr>
              <a:buClr>
                <a:schemeClr val="tx2">
                  <a:lumMod val="10000"/>
                </a:schemeClr>
              </a:buClr>
              <a:buSzPct val="80000"/>
              <a:buFont typeface="Wingdings" panose="05000000000000000000" pitchFamily="2" charset="2"/>
              <a:buChar char="v"/>
            </a:pPr>
            <a:endParaRPr lang="en-US" b="1"/>
          </a:p>
          <a:p>
            <a:pPr>
              <a:buSzPct val="80000"/>
              <a:buFont typeface="Wingdings" panose="05000000000000000000" pitchFamily="2" charset="2"/>
              <a:buChar char="v"/>
            </a:pPr>
            <a:r>
              <a:rPr lang="en-US" b="1"/>
              <a:t>Irregularities in power generation by renewable resources.</a:t>
            </a:r>
          </a:p>
          <a:p>
            <a:pPr>
              <a:buSzPct val="80000"/>
              <a:buFont typeface="Wingdings" panose="05000000000000000000" pitchFamily="2" charset="2"/>
              <a:buChar char="v"/>
            </a:pPr>
            <a:endParaRPr lang="en-US" b="1"/>
          </a:p>
          <a:p>
            <a:pPr>
              <a:buSzPct val="80000"/>
              <a:buFont typeface="Wingdings" panose="05000000000000000000" pitchFamily="2" charset="2"/>
              <a:buChar char="v"/>
            </a:pPr>
            <a:endParaRPr lang="en-US" sz="1400" b="1"/>
          </a:p>
          <a:p>
            <a:pPr>
              <a:buSzPct val="80000"/>
              <a:buFont typeface="Wingdings" panose="05000000000000000000" pitchFamily="2" charset="2"/>
              <a:buChar char="v"/>
            </a:pPr>
            <a:endParaRPr lang="en-US" sz="1400" b="1"/>
          </a:p>
          <a:p>
            <a:pPr>
              <a:buNone/>
            </a:pPr>
            <a:endParaRPr lang="en-US" b="1"/>
          </a:p>
          <a:p>
            <a:pPr>
              <a:buNone/>
            </a:pPr>
            <a:endParaRPr lang="en-US" b="1"/>
          </a:p>
          <a:p>
            <a:pPr>
              <a:buFont typeface="Wingdings" pitchFamily="2" charset="2"/>
              <a:buChar char="q"/>
            </a:pPr>
            <a:endParaRPr lang="en-US"/>
          </a:p>
        </p:txBody>
      </p:sp>
      <p:pic>
        <p:nvPicPr>
          <p:cNvPr id="8" name="Picture 7" descr="Chall.jpg"/>
          <p:cNvPicPr>
            <a:picLocks noChangeAspect="1"/>
          </p:cNvPicPr>
          <p:nvPr/>
        </p:nvPicPr>
        <p:blipFill>
          <a:blip r:embed="rId3"/>
          <a:stretch>
            <a:fillRect/>
          </a:stretch>
        </p:blipFill>
        <p:spPr>
          <a:xfrm>
            <a:off x="5767773" y="1018058"/>
            <a:ext cx="2437253" cy="3390870"/>
          </a:xfrm>
          <a:prstGeom prst="rect">
            <a:avLst/>
          </a:prstGeom>
        </p:spPr>
      </p:pic>
      <p:sp>
        <p:nvSpPr>
          <p:cNvPr id="2" name="TextBox 1">
            <a:extLst>
              <a:ext uri="{FF2B5EF4-FFF2-40B4-BE49-F238E27FC236}">
                <a16:creationId xmlns:a16="http://schemas.microsoft.com/office/drawing/2014/main" id="{523BFD6F-744C-D4D1-397A-5DEF5F329251}"/>
              </a:ext>
            </a:extLst>
          </p:cNvPr>
          <p:cNvSpPr txBox="1"/>
          <p:nvPr/>
        </p:nvSpPr>
        <p:spPr>
          <a:xfrm>
            <a:off x="5669346" y="4452254"/>
            <a:ext cx="2634105" cy="246221"/>
          </a:xfrm>
          <a:prstGeom prst="rect">
            <a:avLst/>
          </a:prstGeom>
          <a:noFill/>
        </p:spPr>
        <p:txBody>
          <a:bodyPr wrap="square" rtlCol="0">
            <a:spAutoFit/>
          </a:bodyPr>
          <a:lstStyle/>
          <a:p>
            <a:r>
              <a:rPr lang="en-US" sz="1000" b="1">
                <a:solidFill>
                  <a:schemeClr val="tx2">
                    <a:lumMod val="25000"/>
                  </a:schemeClr>
                </a:solidFill>
                <a:latin typeface="Mulish" panose="020B0604020202020204" charset="0"/>
              </a:rPr>
              <a:t>Figure 5</a:t>
            </a:r>
            <a:r>
              <a:rPr lang="en-US" sz="1000" b="1">
                <a:latin typeface="Mulish" panose="020B0604020202020204" charset="0"/>
              </a:rPr>
              <a:t> : </a:t>
            </a:r>
            <a:r>
              <a:rPr lang="en-IN" sz="1000" b="1">
                <a:solidFill>
                  <a:schemeClr val="tx2">
                    <a:lumMod val="25000"/>
                  </a:schemeClr>
                </a:solidFill>
                <a:latin typeface="Mulish" panose="020B0604020202020204" charset="0"/>
              </a:rPr>
              <a:t>E</a:t>
            </a:r>
            <a:r>
              <a:rPr lang="en-IN" sz="1000" b="1" i="0">
                <a:solidFill>
                  <a:schemeClr val="tx2">
                    <a:lumMod val="25000"/>
                  </a:schemeClr>
                </a:solidFill>
                <a:effectLst/>
                <a:latin typeface="Mulish" panose="020B0604020202020204" charset="0"/>
              </a:rPr>
              <a:t>lectricity generation capacity </a:t>
            </a:r>
            <a:r>
              <a:rPr lang="en-US" sz="1000" b="1">
                <a:solidFill>
                  <a:schemeClr val="tx2">
                    <a:lumMod val="25000"/>
                  </a:schemeClr>
                </a:solidFill>
                <a:latin typeface="Mulish" panose="020B0604020202020204" charset="0"/>
              </a:rPr>
              <a:t>  </a:t>
            </a:r>
            <a:endParaRPr lang="en-IN" sz="1000" b="1">
              <a:solidFill>
                <a:schemeClr val="tx2">
                  <a:lumMod val="25000"/>
                </a:schemeClr>
              </a:solidFill>
              <a:latin typeface="Mulish" panose="020B060402020202020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 smtClean="0"/>
              <a:pPr marL="0" lvl="0" indent="0" algn="ctr" rtl="0">
                <a:spcBef>
                  <a:spcPts val="0"/>
                </a:spcBef>
                <a:spcAft>
                  <a:spcPts val="0"/>
                </a:spcAft>
                <a:buNone/>
              </a:pPr>
              <a:t>9</a:t>
            </a:fld>
            <a:endParaRPr lang="en"/>
          </a:p>
        </p:txBody>
      </p:sp>
      <p:sp>
        <p:nvSpPr>
          <p:cNvPr id="11" name="Text Placeholder 10"/>
          <p:cNvSpPr>
            <a:spLocks noGrp="1"/>
          </p:cNvSpPr>
          <p:nvPr>
            <p:ph type="body" idx="1"/>
          </p:nvPr>
        </p:nvSpPr>
        <p:spPr>
          <a:xfrm>
            <a:off x="539552" y="555526"/>
            <a:ext cx="4428064" cy="3672408"/>
          </a:xfrm>
        </p:spPr>
        <p:txBody>
          <a:bodyPr/>
          <a:lstStyle/>
          <a:p>
            <a:pPr>
              <a:buSzPct val="80000"/>
              <a:buFont typeface="Wingdings" panose="05000000000000000000" pitchFamily="2" charset="2"/>
              <a:buChar char="v"/>
            </a:pPr>
            <a:endParaRPr lang="en-US" b="1" i="0">
              <a:solidFill>
                <a:schemeClr val="tx2">
                  <a:lumMod val="25000"/>
                </a:schemeClr>
              </a:solidFill>
              <a:effectLst/>
              <a:latin typeface="Mulish" panose="020B0604020202020204" charset="0"/>
            </a:endParaRPr>
          </a:p>
          <a:p>
            <a:pPr>
              <a:buSzPct val="80000"/>
              <a:buFont typeface="Wingdings" panose="05000000000000000000" pitchFamily="2" charset="2"/>
              <a:buChar char="v"/>
            </a:pPr>
            <a:endParaRPr lang="en-US" b="1">
              <a:solidFill>
                <a:schemeClr val="tx2">
                  <a:lumMod val="50000"/>
                </a:schemeClr>
              </a:solidFill>
              <a:latin typeface="Mulish" panose="020B0604020202020204" charset="0"/>
            </a:endParaRPr>
          </a:p>
          <a:p>
            <a:pPr>
              <a:buFont typeface="Wingdings" pitchFamily="2" charset="2"/>
              <a:buChar char="q"/>
            </a:pPr>
            <a:endParaRPr lang="en-US" b="1"/>
          </a:p>
          <a:p>
            <a:pPr>
              <a:buNone/>
            </a:pPr>
            <a:endParaRPr lang="en-US" b="1"/>
          </a:p>
          <a:p>
            <a:pPr>
              <a:buFont typeface="Wingdings" pitchFamily="2" charset="2"/>
              <a:buChar char="q"/>
            </a:pPr>
            <a:endParaRPr lang="en-US" sz="1600" b="1"/>
          </a:p>
        </p:txBody>
      </p:sp>
      <p:pic>
        <p:nvPicPr>
          <p:cNvPr id="4" name="Picture 3" descr="Challenges.jpg"/>
          <p:cNvPicPr>
            <a:picLocks noChangeAspect="1"/>
          </p:cNvPicPr>
          <p:nvPr/>
        </p:nvPicPr>
        <p:blipFill>
          <a:blip r:embed="rId2"/>
          <a:stretch>
            <a:fillRect/>
          </a:stretch>
        </p:blipFill>
        <p:spPr>
          <a:xfrm>
            <a:off x="5148064" y="555526"/>
            <a:ext cx="3672408" cy="3888432"/>
          </a:xfrm>
          <a:prstGeom prst="rect">
            <a:avLst/>
          </a:prstGeom>
        </p:spPr>
      </p:pic>
      <p:sp>
        <p:nvSpPr>
          <p:cNvPr id="5" name="TextBox 4">
            <a:extLst>
              <a:ext uri="{FF2B5EF4-FFF2-40B4-BE49-F238E27FC236}">
                <a16:creationId xmlns:a16="http://schemas.microsoft.com/office/drawing/2014/main" id="{67888004-6094-85CD-EB48-D8B3AB6A9DDF}"/>
              </a:ext>
            </a:extLst>
          </p:cNvPr>
          <p:cNvSpPr txBox="1"/>
          <p:nvPr/>
        </p:nvSpPr>
        <p:spPr>
          <a:xfrm>
            <a:off x="5544611" y="4461016"/>
            <a:ext cx="2879314" cy="253916"/>
          </a:xfrm>
          <a:prstGeom prst="rect">
            <a:avLst/>
          </a:prstGeom>
          <a:noFill/>
        </p:spPr>
        <p:txBody>
          <a:bodyPr wrap="none" rtlCol="0">
            <a:spAutoFit/>
          </a:bodyPr>
          <a:lstStyle/>
          <a:p>
            <a:r>
              <a:rPr lang="en-US" sz="1050" b="1">
                <a:solidFill>
                  <a:schemeClr val="tx2">
                    <a:lumMod val="50000"/>
                  </a:schemeClr>
                </a:solidFill>
                <a:latin typeface="Mulish" panose="020B0604020202020204" charset="0"/>
              </a:rPr>
              <a:t>Figure 6: Data regarding electricity tariffs </a:t>
            </a:r>
            <a:endParaRPr lang="en-IN" sz="1050" b="1">
              <a:solidFill>
                <a:schemeClr val="tx2">
                  <a:lumMod val="50000"/>
                </a:schemeClr>
              </a:solidFill>
              <a:latin typeface="Mulish" panose="020B0604020202020204" charset="0"/>
            </a:endParaRPr>
          </a:p>
        </p:txBody>
      </p:sp>
      <p:sp>
        <p:nvSpPr>
          <p:cNvPr id="10" name="TextBox 9">
            <a:extLst>
              <a:ext uri="{FF2B5EF4-FFF2-40B4-BE49-F238E27FC236}">
                <a16:creationId xmlns:a16="http://schemas.microsoft.com/office/drawing/2014/main" id="{8BE43627-9957-922F-72EC-15CADAD74CED}"/>
              </a:ext>
            </a:extLst>
          </p:cNvPr>
          <p:cNvSpPr txBox="1"/>
          <p:nvPr/>
        </p:nvSpPr>
        <p:spPr>
          <a:xfrm>
            <a:off x="727442" y="1217790"/>
            <a:ext cx="3758467" cy="2646878"/>
          </a:xfrm>
          <a:prstGeom prst="rect">
            <a:avLst/>
          </a:prstGeom>
          <a:noFill/>
        </p:spPr>
        <p:txBody>
          <a:bodyPr wrap="square" lIns="91440" tIns="45720" rIns="91440" bIns="45720" rtlCol="0" anchor="t">
            <a:spAutoFit/>
          </a:bodyPr>
          <a:lstStyle/>
          <a:p>
            <a:endParaRPr lang="en-US"/>
          </a:p>
          <a:p>
            <a:pPr marL="285750" indent="-285750">
              <a:buFont typeface="Wingdings" panose="05000000000000000000" pitchFamily="2" charset="2"/>
              <a:buChar char="v"/>
            </a:pPr>
            <a:r>
              <a:rPr lang="en-US" sz="1600" b="1">
                <a:solidFill>
                  <a:schemeClr val="tx1">
                    <a:lumMod val="75000"/>
                  </a:schemeClr>
                </a:solidFill>
                <a:latin typeface="Mulish"/>
              </a:rPr>
              <a:t>Dominance of state-owned power distribution companies</a:t>
            </a:r>
            <a:endParaRPr lang="en-US">
              <a:solidFill>
                <a:schemeClr val="tx1">
                  <a:lumMod val="75000"/>
                </a:schemeClr>
              </a:solidFill>
            </a:endParaRPr>
          </a:p>
          <a:p>
            <a:pPr marL="285750" indent="-285750">
              <a:buFont typeface="Wingdings" panose="05000000000000000000" pitchFamily="2" charset="2"/>
              <a:buChar char="v"/>
            </a:pPr>
            <a:endParaRPr lang="en-US">
              <a:solidFill>
                <a:schemeClr val="tx1">
                  <a:lumMod val="75000"/>
                </a:schemeClr>
              </a:solidFill>
            </a:endParaRPr>
          </a:p>
          <a:p>
            <a:pPr marL="285750" indent="-285750">
              <a:lnSpc>
                <a:spcPct val="114999"/>
              </a:lnSpc>
              <a:buFont typeface="Wingdings,Sans-Serif" panose="05000000000000000000" pitchFamily="2" charset="2"/>
              <a:buChar char="v"/>
            </a:pPr>
            <a:r>
              <a:rPr lang="en-US" sz="1600" b="1">
                <a:solidFill>
                  <a:schemeClr val="tx1">
                    <a:lumMod val="75000"/>
                  </a:schemeClr>
                </a:solidFill>
                <a:latin typeface="Mulish"/>
              </a:rPr>
              <a:t>Supplying electricity at tariffs lower than the cost of supply due to government subsidies.</a:t>
            </a:r>
          </a:p>
          <a:p>
            <a:pPr marL="285750" indent="-285750">
              <a:lnSpc>
                <a:spcPct val="114999"/>
              </a:lnSpc>
              <a:buFont typeface="Wingdings,Sans-Serif" panose="05000000000000000000" pitchFamily="2" charset="2"/>
              <a:buChar char="v"/>
            </a:pPr>
            <a:endParaRPr lang="en-US" sz="1600" b="1">
              <a:solidFill>
                <a:schemeClr val="tx1">
                  <a:lumMod val="75000"/>
                </a:schemeClr>
              </a:solidFill>
              <a:latin typeface="Mulish"/>
            </a:endParaRPr>
          </a:p>
          <a:p>
            <a:pPr marL="285750" indent="-285750">
              <a:lnSpc>
                <a:spcPct val="114999"/>
              </a:lnSpc>
              <a:buFont typeface="Wingdings,Sans-Serif" panose="05000000000000000000" pitchFamily="2" charset="2"/>
              <a:buChar char="v"/>
            </a:pPr>
            <a:r>
              <a:rPr lang="en-US" sz="1600" b="1">
                <a:solidFill>
                  <a:schemeClr val="tx1">
                    <a:lumMod val="75000"/>
                  </a:schemeClr>
                </a:solidFill>
                <a:latin typeface="Mulish"/>
              </a:rPr>
              <a:t>Unpredictable load pattern.</a:t>
            </a:r>
          </a:p>
          <a:p>
            <a:pPr marL="285750" indent="-285750">
              <a:buFont typeface="Wingdings" panose="05000000000000000000" pitchFamily="2" charset="2"/>
              <a:buChar char="v"/>
            </a:pPr>
            <a:endParaRPr lang="en-US">
              <a:solidFill>
                <a:schemeClr val="tx2">
                  <a:lumMod val="50000"/>
                </a:schemeClr>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68"/>
        <p:cNvGrpSpPr/>
        <p:nvPr/>
      </p:nvGrpSpPr>
      <p:grpSpPr>
        <a:xfrm>
          <a:off x="0" y="0"/>
          <a:ext cx="0" cy="0"/>
          <a:chOff x="0" y="0"/>
          <a:chExt cx="0" cy="0"/>
        </a:xfrm>
      </p:grpSpPr>
      <p:sp>
        <p:nvSpPr>
          <p:cNvPr id="375" name="Google Shape;375;p36"/>
          <p:cNvSpPr txBox="1">
            <a:spLocks noGrp="1"/>
          </p:cNvSpPr>
          <p:nvPr>
            <p:ph type="sldNum" idx="12"/>
          </p:nvPr>
        </p:nvSpPr>
        <p:spPr>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fld id="{00000000-1234-1234-1234-123412341234}" type="slidenum">
              <a:rPr lang="en"/>
              <a:pPr marL="0" lvl="0" indent="0" algn="ctr" rtl="0">
                <a:spcBef>
                  <a:spcPts val="0"/>
                </a:spcBef>
                <a:spcAft>
                  <a:spcPts val="0"/>
                </a:spcAft>
                <a:buNone/>
              </a:pPr>
              <a:t>10</a:t>
            </a:fld>
            <a:endParaRPr>
              <a:solidFill>
                <a:schemeClr val="dk2"/>
              </a:solidFill>
            </a:endParaRPr>
          </a:p>
        </p:txBody>
      </p:sp>
      <p:sp>
        <p:nvSpPr>
          <p:cNvPr id="15" name="Title 14"/>
          <p:cNvSpPr>
            <a:spLocks noGrp="1"/>
          </p:cNvSpPr>
          <p:nvPr>
            <p:ph type="title"/>
          </p:nvPr>
        </p:nvSpPr>
        <p:spPr/>
        <p:txBody>
          <a:bodyPr/>
          <a:lstStyle/>
          <a:p>
            <a:r>
              <a:rPr lang="en-US" u="sng"/>
              <a:t>Innovations and Trends</a:t>
            </a:r>
          </a:p>
        </p:txBody>
      </p:sp>
      <p:sp>
        <p:nvSpPr>
          <p:cNvPr id="16" name="Subtitle 15"/>
          <p:cNvSpPr>
            <a:spLocks noGrp="1"/>
          </p:cNvSpPr>
          <p:nvPr>
            <p:ph type="subTitle" idx="1"/>
          </p:nvPr>
        </p:nvSpPr>
        <p:spPr>
          <a:xfrm>
            <a:off x="467544" y="1017725"/>
            <a:ext cx="5508184" cy="3575297"/>
          </a:xfrm>
        </p:spPr>
        <p:txBody>
          <a:bodyPr/>
          <a:lstStyle/>
          <a:p>
            <a:pPr>
              <a:buFont typeface="Wingdings" panose="05000000000000000000" pitchFamily="2" charset="2"/>
              <a:buChar char="v"/>
            </a:pPr>
            <a:r>
              <a:rPr lang="en-US" sz="1400" b="1">
                <a:solidFill>
                  <a:schemeClr val="tx1">
                    <a:lumMod val="75000"/>
                  </a:schemeClr>
                </a:solidFill>
              </a:rPr>
              <a:t>Deployment of smart meters under Revamped Distribution Sector Scheme (RDSS).</a:t>
            </a:r>
          </a:p>
          <a:p>
            <a:pPr>
              <a:buFont typeface="Wingdings" pitchFamily="2" charset="2"/>
              <a:buChar char="q"/>
            </a:pPr>
            <a:endParaRPr lang="en-US" sz="1400" b="1">
              <a:solidFill>
                <a:schemeClr val="tx1">
                  <a:lumMod val="75000"/>
                </a:schemeClr>
              </a:solidFill>
            </a:endParaRPr>
          </a:p>
          <a:p>
            <a:pPr>
              <a:buFont typeface="Wingdings" panose="05000000000000000000" pitchFamily="2" charset="2"/>
              <a:buChar char="v"/>
            </a:pPr>
            <a:r>
              <a:rPr lang="en-US" sz="1400" b="1">
                <a:solidFill>
                  <a:schemeClr val="tx1">
                    <a:lumMod val="75000"/>
                  </a:schemeClr>
                </a:solidFill>
              </a:rPr>
              <a:t>Battery Energy Storage Systems (BESS) for excess renewable power.</a:t>
            </a:r>
          </a:p>
          <a:p>
            <a:pPr>
              <a:buFont typeface="Wingdings" pitchFamily="2" charset="2"/>
              <a:buChar char="q"/>
            </a:pPr>
            <a:endParaRPr lang="en-US" sz="1400" b="1">
              <a:solidFill>
                <a:schemeClr val="tx1">
                  <a:lumMod val="75000"/>
                </a:schemeClr>
              </a:solidFill>
            </a:endParaRPr>
          </a:p>
          <a:p>
            <a:pPr>
              <a:buFont typeface="Wingdings" panose="05000000000000000000" pitchFamily="2" charset="2"/>
              <a:buChar char="v"/>
            </a:pPr>
            <a:r>
              <a:rPr lang="en-US" sz="1400" b="1">
                <a:solidFill>
                  <a:schemeClr val="tx1">
                    <a:lumMod val="75000"/>
                  </a:schemeClr>
                </a:solidFill>
              </a:rPr>
              <a:t>Introduction of Electric Vehicles (EVs) transform electricity demand patterns.</a:t>
            </a:r>
          </a:p>
          <a:p>
            <a:pPr>
              <a:buFont typeface="Wingdings" pitchFamily="2" charset="2"/>
              <a:buChar char="q"/>
            </a:pPr>
            <a:endParaRPr lang="en-US" sz="1400" b="1">
              <a:solidFill>
                <a:schemeClr val="tx1">
                  <a:lumMod val="75000"/>
                </a:schemeClr>
              </a:solidFill>
            </a:endParaRPr>
          </a:p>
          <a:p>
            <a:pPr>
              <a:buFont typeface="Wingdings" panose="05000000000000000000" pitchFamily="2" charset="2"/>
              <a:buChar char="v"/>
            </a:pPr>
            <a:r>
              <a:rPr lang="en-US" sz="1400" b="1">
                <a:solidFill>
                  <a:schemeClr val="tx1">
                    <a:lumMod val="75000"/>
                  </a:schemeClr>
                </a:solidFill>
              </a:rPr>
              <a:t>Adoption of rooftop solar panels from residential and commercial consumers.</a:t>
            </a:r>
          </a:p>
          <a:p>
            <a:pPr>
              <a:buFont typeface="Wingdings" panose="05000000000000000000" pitchFamily="2" charset="2"/>
              <a:buChar char="v"/>
            </a:pPr>
            <a:endParaRPr lang="en-US" sz="1400" b="1">
              <a:solidFill>
                <a:schemeClr val="tx1">
                  <a:lumMod val="75000"/>
                </a:schemeClr>
              </a:solidFill>
            </a:endParaRPr>
          </a:p>
          <a:p>
            <a:pPr>
              <a:buFont typeface="Wingdings" panose="05000000000000000000" pitchFamily="2" charset="2"/>
              <a:buChar char="v"/>
            </a:pPr>
            <a:r>
              <a:rPr lang="en-US" sz="1400" b="1" i="0">
                <a:solidFill>
                  <a:schemeClr val="tx1">
                    <a:lumMod val="75000"/>
                  </a:schemeClr>
                </a:solidFill>
                <a:effectLst/>
                <a:latin typeface="Mulish" panose="020B0604020202020204" charset="0"/>
              </a:rPr>
              <a:t>Exploring blockchain for transparent and efficient energy trading and tracking</a:t>
            </a:r>
            <a:r>
              <a:rPr lang="en-US" sz="1600" b="0" i="0">
                <a:solidFill>
                  <a:schemeClr val="tx1">
                    <a:lumMod val="75000"/>
                  </a:schemeClr>
                </a:solidFill>
                <a:effectLst/>
                <a:latin typeface="Google Sans"/>
              </a:rPr>
              <a:t>. </a:t>
            </a:r>
            <a:endParaRPr lang="en-US" sz="1400" b="1">
              <a:solidFill>
                <a:schemeClr val="tx1">
                  <a:lumMod val="75000"/>
                </a:schemeClr>
              </a:solidFill>
            </a:endParaRPr>
          </a:p>
        </p:txBody>
      </p:sp>
      <p:pic>
        <p:nvPicPr>
          <p:cNvPr id="5" name="Picture 4" descr="WhatsApp Image 2025-02-16 at 23.07.00_becdfc5b.jpg"/>
          <p:cNvPicPr>
            <a:picLocks noChangeAspect="1"/>
          </p:cNvPicPr>
          <p:nvPr/>
        </p:nvPicPr>
        <p:blipFill>
          <a:blip r:embed="rId3"/>
          <a:stretch>
            <a:fillRect/>
          </a:stretch>
        </p:blipFill>
        <p:spPr>
          <a:xfrm>
            <a:off x="6660232" y="647774"/>
            <a:ext cx="1800200" cy="1152128"/>
          </a:xfrm>
          <a:prstGeom prst="ellipse">
            <a:avLst/>
          </a:prstGeom>
          <a:ln w="190500" cap="rnd">
            <a:solidFill>
              <a:srgbClr val="C8C6BD"/>
            </a:solidFill>
            <a:prstDash val="solid"/>
          </a:ln>
          <a:effectLst>
            <a:outerShdw blurRad="127000" algn="bl" rotWithShape="0">
              <a:srgbClr val="000000"/>
            </a:outerShdw>
          </a:effectLst>
          <a:scene3d>
            <a:camera prst="perspectiveFront" fov="5400000"/>
            <a:lightRig rig="threePt" dir="t">
              <a:rot lat="0" lon="0" rev="19200000"/>
            </a:lightRig>
          </a:scene3d>
          <a:sp3d extrusionH="25400">
            <a:bevelT w="304800" h="152400" prst="hardEdge"/>
            <a:extrusionClr>
              <a:srgbClr val="000000"/>
            </a:extrusionClr>
          </a:sp3d>
        </p:spPr>
      </p:pic>
      <p:pic>
        <p:nvPicPr>
          <p:cNvPr id="6" name="Picture 5" descr="WhatsApp Image 2025-02-16 at 23.06.59_33a7a5c3.jpg"/>
          <p:cNvPicPr>
            <a:picLocks noChangeAspect="1"/>
          </p:cNvPicPr>
          <p:nvPr/>
        </p:nvPicPr>
        <p:blipFill>
          <a:blip r:embed="rId4"/>
          <a:stretch>
            <a:fillRect/>
          </a:stretch>
        </p:blipFill>
        <p:spPr>
          <a:xfrm>
            <a:off x="6614695" y="1799902"/>
            <a:ext cx="1944216" cy="1152128"/>
          </a:xfrm>
          <a:prstGeom prst="ellipse">
            <a:avLst/>
          </a:prstGeom>
          <a:ln w="190500" cap="rnd">
            <a:solidFill>
              <a:srgbClr val="C8C6BD"/>
            </a:solidFill>
            <a:prstDash val="solid"/>
          </a:ln>
          <a:effectLst>
            <a:outerShdw blurRad="127000" algn="bl" rotWithShape="0">
              <a:srgbClr val="000000"/>
            </a:outerShdw>
          </a:effectLst>
          <a:scene3d>
            <a:camera prst="perspectiveFront" fov="5400000"/>
            <a:lightRig rig="threePt" dir="t">
              <a:rot lat="0" lon="0" rev="19200000"/>
            </a:lightRig>
          </a:scene3d>
          <a:sp3d extrusionH="25400">
            <a:bevelT w="304800" h="152400" prst="hardEdge"/>
            <a:extrusionClr>
              <a:srgbClr val="000000"/>
            </a:extrusionClr>
          </a:sp3d>
        </p:spPr>
      </p:pic>
      <p:pic>
        <p:nvPicPr>
          <p:cNvPr id="7" name="Picture 6" descr="WhatsApp Image 2025-02-16 at 23.06.59_90b1149c.jpg"/>
          <p:cNvPicPr>
            <a:picLocks noChangeAspect="1"/>
          </p:cNvPicPr>
          <p:nvPr/>
        </p:nvPicPr>
        <p:blipFill>
          <a:blip r:embed="rId5"/>
          <a:stretch>
            <a:fillRect/>
          </a:stretch>
        </p:blipFill>
        <p:spPr>
          <a:xfrm>
            <a:off x="6614695" y="2952030"/>
            <a:ext cx="1944216" cy="1152128"/>
          </a:xfrm>
          <a:prstGeom prst="ellipse">
            <a:avLst/>
          </a:prstGeom>
          <a:ln w="190500" cap="rnd">
            <a:solidFill>
              <a:srgbClr val="C8C6BD"/>
            </a:solidFill>
            <a:prstDash val="solid"/>
          </a:ln>
          <a:effectLst>
            <a:outerShdw blurRad="127000" algn="bl" rotWithShape="0">
              <a:srgbClr val="000000"/>
            </a:outerShdw>
          </a:effectLst>
          <a:scene3d>
            <a:camera prst="perspectiveFront" fov="5400000"/>
            <a:lightRig rig="threePt" dir="t">
              <a:rot lat="0" lon="0" rev="19200000"/>
            </a:lightRig>
          </a:scene3d>
          <a:sp3d extrusionH="25400">
            <a:bevelT w="304800" h="152400" prst="hardEdge"/>
            <a:extrusionClr>
              <a:srgbClr val="000000"/>
            </a:extrusionClr>
          </a:sp3d>
        </p:spPr>
      </p:pic>
      <p:sp>
        <p:nvSpPr>
          <p:cNvPr id="2" name="TextBox 1">
            <a:extLst>
              <a:ext uri="{FF2B5EF4-FFF2-40B4-BE49-F238E27FC236}">
                <a16:creationId xmlns:a16="http://schemas.microsoft.com/office/drawing/2014/main" id="{A266971A-A155-E8A5-455E-8A1E467E6CB1}"/>
              </a:ext>
            </a:extLst>
          </p:cNvPr>
          <p:cNvSpPr txBox="1"/>
          <p:nvPr/>
        </p:nvSpPr>
        <p:spPr>
          <a:xfrm>
            <a:off x="6533323" y="4295098"/>
            <a:ext cx="2365512" cy="307777"/>
          </a:xfrm>
          <a:prstGeom prst="rect">
            <a:avLst/>
          </a:prstGeom>
          <a:noFill/>
        </p:spPr>
        <p:txBody>
          <a:bodyPr wrap="square" rtlCol="0">
            <a:spAutoFit/>
          </a:bodyPr>
          <a:lstStyle/>
          <a:p>
            <a:r>
              <a:rPr lang="en-IN" sz="1050" b="1">
                <a:latin typeface="Mulish" panose="020B0604020202020204" charset="0"/>
              </a:rPr>
              <a:t>Figure 7: Innovations and trends</a:t>
            </a:r>
            <a:r>
              <a:rPr lang="en-IN"/>
              <a:t>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79"/>
        <p:cNvGrpSpPr/>
        <p:nvPr/>
      </p:nvGrpSpPr>
      <p:grpSpPr>
        <a:xfrm>
          <a:off x="0" y="0"/>
          <a:ext cx="0" cy="0"/>
          <a:chOff x="0" y="0"/>
          <a:chExt cx="0" cy="0"/>
        </a:xfrm>
      </p:grpSpPr>
      <p:sp>
        <p:nvSpPr>
          <p:cNvPr id="383" name="Google Shape;383;p37"/>
          <p:cNvSpPr txBox="1">
            <a:spLocks noGrp="1"/>
          </p:cNvSpPr>
          <p:nvPr>
            <p:ph type="sldNum" idx="12"/>
          </p:nvPr>
        </p:nvSpPr>
        <p:spPr>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fld id="{00000000-1234-1234-1234-123412341234}" type="slidenum">
              <a:rPr lang="en"/>
              <a:pPr marL="0" lvl="0" indent="0" algn="ctr" rtl="0">
                <a:spcBef>
                  <a:spcPts val="0"/>
                </a:spcBef>
                <a:spcAft>
                  <a:spcPts val="0"/>
                </a:spcAft>
                <a:buNone/>
              </a:pPr>
              <a:t>11</a:t>
            </a:fld>
            <a:endParaRPr/>
          </a:p>
        </p:txBody>
      </p:sp>
      <p:sp>
        <p:nvSpPr>
          <p:cNvPr id="9" name="Title 8"/>
          <p:cNvSpPr>
            <a:spLocks noGrp="1"/>
          </p:cNvSpPr>
          <p:nvPr>
            <p:ph type="title"/>
          </p:nvPr>
        </p:nvSpPr>
        <p:spPr/>
        <p:txBody>
          <a:bodyPr/>
          <a:lstStyle/>
          <a:p>
            <a:r>
              <a:rPr lang="en-US" u="sng"/>
              <a:t>Future of Electricity Market</a:t>
            </a:r>
          </a:p>
        </p:txBody>
      </p:sp>
      <p:sp>
        <p:nvSpPr>
          <p:cNvPr id="10" name="Subtitle 9"/>
          <p:cNvSpPr>
            <a:spLocks noGrp="1"/>
          </p:cNvSpPr>
          <p:nvPr>
            <p:ph type="subTitle" idx="1"/>
          </p:nvPr>
        </p:nvSpPr>
        <p:spPr>
          <a:xfrm>
            <a:off x="539552" y="1131590"/>
            <a:ext cx="5256584" cy="3461432"/>
          </a:xfrm>
        </p:spPr>
        <p:txBody>
          <a:bodyPr/>
          <a:lstStyle/>
          <a:p>
            <a:pPr>
              <a:buSzPct val="110000"/>
              <a:buFont typeface="Wingdings" panose="05000000000000000000" pitchFamily="2" charset="2"/>
              <a:buChar char="v"/>
            </a:pPr>
            <a:r>
              <a:rPr lang="en-US" sz="1400" b="1"/>
              <a:t>Expansion of renewable energy resources.</a:t>
            </a:r>
          </a:p>
          <a:p>
            <a:pPr>
              <a:buFont typeface="Wingdings" pitchFamily="2" charset="2"/>
              <a:buChar char="q"/>
            </a:pPr>
            <a:endParaRPr lang="en-US" sz="1400" b="1"/>
          </a:p>
          <a:p>
            <a:pPr>
              <a:buSzPct val="110000"/>
              <a:buFont typeface="Wingdings" panose="05000000000000000000" pitchFamily="2" charset="2"/>
              <a:buChar char="v"/>
            </a:pPr>
            <a:r>
              <a:rPr lang="en-US" sz="1400" b="1"/>
              <a:t>Reducing dependency on thermal power plants.</a:t>
            </a:r>
          </a:p>
          <a:p>
            <a:pPr>
              <a:buFont typeface="Wingdings" pitchFamily="2" charset="2"/>
              <a:buChar char="q"/>
            </a:pPr>
            <a:endParaRPr lang="en-US" sz="1400" b="1"/>
          </a:p>
          <a:p>
            <a:pPr>
              <a:buFont typeface="Wingdings" panose="05000000000000000000" pitchFamily="2" charset="2"/>
              <a:buChar char="v"/>
            </a:pPr>
            <a:r>
              <a:rPr lang="en-US" sz="1400" b="1"/>
              <a:t>Upgrade in charging infrastructure for electric vehicles.</a:t>
            </a:r>
          </a:p>
          <a:p>
            <a:pPr>
              <a:buFont typeface="Wingdings" pitchFamily="2" charset="2"/>
              <a:buChar char="q"/>
            </a:pPr>
            <a:endParaRPr lang="en-US" sz="1400" b="1"/>
          </a:p>
          <a:p>
            <a:pPr>
              <a:buFont typeface="Wingdings" panose="05000000000000000000" pitchFamily="2" charset="2"/>
              <a:buChar char="v"/>
            </a:pPr>
            <a:r>
              <a:rPr lang="en-US" sz="1400" b="1"/>
              <a:t>AI driven advanced grid management.</a:t>
            </a:r>
          </a:p>
          <a:p>
            <a:pPr>
              <a:buFont typeface="Wingdings" pitchFamily="2" charset="2"/>
              <a:buChar char="q"/>
            </a:pPr>
            <a:endParaRPr lang="en-US" sz="1400" b="1"/>
          </a:p>
          <a:p>
            <a:pPr>
              <a:buFont typeface="Wingdings" panose="05000000000000000000" pitchFamily="2" charset="2"/>
              <a:buChar char="v"/>
            </a:pPr>
            <a:r>
              <a:rPr lang="en-US" sz="1400" b="1"/>
              <a:t>Globalization of electricity market.</a:t>
            </a:r>
          </a:p>
          <a:p>
            <a:pPr>
              <a:buFont typeface="Wingdings" pitchFamily="2" charset="2"/>
              <a:buChar char="q"/>
            </a:pPr>
            <a:endParaRPr lang="en-US" sz="1400" b="1"/>
          </a:p>
          <a:p>
            <a:pPr>
              <a:buFont typeface="Wingdings" panose="05000000000000000000" pitchFamily="2" charset="2"/>
              <a:buChar char="v"/>
            </a:pPr>
            <a:r>
              <a:rPr lang="en-US" sz="1400" b="1"/>
              <a:t> Concept of Peer-to-Peer (P2P) energy trading.</a:t>
            </a:r>
          </a:p>
          <a:p>
            <a:pPr>
              <a:buFont typeface="Wingdings" pitchFamily="2" charset="2"/>
              <a:buChar char="q"/>
            </a:pPr>
            <a:endParaRPr lang="en-US" b="1"/>
          </a:p>
        </p:txBody>
      </p:sp>
      <p:pic>
        <p:nvPicPr>
          <p:cNvPr id="3" name="Picture 2">
            <a:extLst>
              <a:ext uri="{FF2B5EF4-FFF2-40B4-BE49-F238E27FC236}">
                <a16:creationId xmlns:a16="http://schemas.microsoft.com/office/drawing/2014/main" id="{F41CC379-87CD-1CA8-A650-4098558DD8A5}"/>
              </a:ext>
            </a:extLst>
          </p:cNvPr>
          <p:cNvPicPr>
            <a:picLocks noChangeAspect="1"/>
          </p:cNvPicPr>
          <p:nvPr/>
        </p:nvPicPr>
        <p:blipFill>
          <a:blip r:embed="rId3"/>
          <a:stretch>
            <a:fillRect/>
          </a:stretch>
        </p:blipFill>
        <p:spPr>
          <a:xfrm>
            <a:off x="5804981" y="1275330"/>
            <a:ext cx="2448272" cy="1612277"/>
          </a:xfrm>
          <a:prstGeom prst="rect">
            <a:avLst/>
          </a:prstGeom>
        </p:spPr>
      </p:pic>
      <p:pic>
        <p:nvPicPr>
          <p:cNvPr id="5" name="Picture 4">
            <a:extLst>
              <a:ext uri="{FF2B5EF4-FFF2-40B4-BE49-F238E27FC236}">
                <a16:creationId xmlns:a16="http://schemas.microsoft.com/office/drawing/2014/main" id="{25F7D3E5-0410-4058-C782-271C36611E3B}"/>
              </a:ext>
            </a:extLst>
          </p:cNvPr>
          <p:cNvPicPr>
            <a:picLocks noChangeAspect="1"/>
          </p:cNvPicPr>
          <p:nvPr/>
        </p:nvPicPr>
        <p:blipFill>
          <a:blip r:embed="rId4"/>
          <a:stretch>
            <a:fillRect/>
          </a:stretch>
        </p:blipFill>
        <p:spPr>
          <a:xfrm>
            <a:off x="5804981" y="2887607"/>
            <a:ext cx="2467095" cy="1296144"/>
          </a:xfrm>
          <a:prstGeom prst="rect">
            <a:avLst/>
          </a:prstGeom>
        </p:spPr>
      </p:pic>
      <p:sp>
        <p:nvSpPr>
          <p:cNvPr id="2" name="TextBox 1">
            <a:extLst>
              <a:ext uri="{FF2B5EF4-FFF2-40B4-BE49-F238E27FC236}">
                <a16:creationId xmlns:a16="http://schemas.microsoft.com/office/drawing/2014/main" id="{59C9D832-1576-AFAF-535F-BC00E4EE3BE0}"/>
              </a:ext>
            </a:extLst>
          </p:cNvPr>
          <p:cNvSpPr txBox="1"/>
          <p:nvPr/>
        </p:nvSpPr>
        <p:spPr>
          <a:xfrm>
            <a:off x="5752759" y="4291761"/>
            <a:ext cx="2571538" cy="253916"/>
          </a:xfrm>
          <a:prstGeom prst="rect">
            <a:avLst/>
          </a:prstGeom>
          <a:noFill/>
        </p:spPr>
        <p:txBody>
          <a:bodyPr wrap="none" rtlCol="0">
            <a:spAutoFit/>
          </a:bodyPr>
          <a:lstStyle/>
          <a:p>
            <a:r>
              <a:rPr lang="en-IN" sz="1050" b="1">
                <a:solidFill>
                  <a:schemeClr val="tx2">
                    <a:lumMod val="25000"/>
                  </a:schemeClr>
                </a:solidFill>
                <a:latin typeface="Mulish" panose="020B0604020202020204" charset="0"/>
              </a:rPr>
              <a:t>Figure 8: Future of electricity markets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 smtClean="0"/>
              <a:pPr marL="0" lvl="0" indent="0" algn="ctr" rtl="0">
                <a:spcBef>
                  <a:spcPts val="0"/>
                </a:spcBef>
                <a:spcAft>
                  <a:spcPts val="0"/>
                </a:spcAft>
                <a:buNone/>
              </a:pPr>
              <a:t>12</a:t>
            </a:fld>
            <a:endParaRPr lang="en"/>
          </a:p>
        </p:txBody>
      </p:sp>
      <p:sp>
        <p:nvSpPr>
          <p:cNvPr id="3" name="Title 2"/>
          <p:cNvSpPr>
            <a:spLocks noGrp="1"/>
          </p:cNvSpPr>
          <p:nvPr>
            <p:ph type="title"/>
          </p:nvPr>
        </p:nvSpPr>
        <p:spPr>
          <a:xfrm>
            <a:off x="720000" y="445025"/>
            <a:ext cx="7740432" cy="572700"/>
          </a:xfrm>
        </p:spPr>
        <p:txBody>
          <a:bodyPr/>
          <a:lstStyle/>
          <a:p>
            <a:pPr algn="ctr"/>
            <a:r>
              <a:rPr lang="en-US" u="sng"/>
              <a:t>Conclusion</a:t>
            </a:r>
          </a:p>
        </p:txBody>
      </p:sp>
      <p:sp>
        <p:nvSpPr>
          <p:cNvPr id="4" name="Subtitle 3"/>
          <p:cNvSpPr>
            <a:spLocks noGrp="1"/>
          </p:cNvSpPr>
          <p:nvPr>
            <p:ph type="subTitle" idx="1"/>
          </p:nvPr>
        </p:nvSpPr>
        <p:spPr>
          <a:xfrm>
            <a:off x="390939" y="1347250"/>
            <a:ext cx="8295861" cy="3173400"/>
          </a:xfrm>
        </p:spPr>
        <p:txBody>
          <a:bodyPr/>
          <a:lstStyle/>
          <a:p>
            <a:pPr marL="139700" indent="0" algn="ctr">
              <a:buNone/>
            </a:pPr>
            <a:r>
              <a:rPr lang="en-US" b="1"/>
              <a:t>In conclusion, electricity markets play a crucial role in ensuring the efficient generation, distribution, and consumption of electricity. By leveraging competitive pricing mechanisms, market structures such as wholesale and retail markets help balance supply and demand while promoting innovation and sustainability.</a:t>
            </a:r>
          </a:p>
          <a:p>
            <a:pPr marL="139700" indent="0" algn="ctr">
              <a:buNone/>
            </a:pPr>
            <a:endParaRPr lang="en-US" b="1"/>
          </a:p>
          <a:p>
            <a:pPr marL="139700" indent="0" algn="ctr">
              <a:buNone/>
            </a:pPr>
            <a:r>
              <a:rPr lang="en-US" b="1"/>
              <a:t> However, challenges such as overdependency on non-renewable resources , unpredictable load pattern require ongoing adaptation and strategic planning. We further talks about the innovations and trends which were ongoing in the electricity market sectors and also predicts the future of electricity market.</a:t>
            </a:r>
          </a:p>
          <a:p>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 smtClean="0"/>
              <a:pPr marL="0" lvl="0" indent="0" algn="ctr" rtl="0">
                <a:spcBef>
                  <a:spcPts val="0"/>
                </a:spcBef>
                <a:spcAft>
                  <a:spcPts val="0"/>
                </a:spcAft>
                <a:buNone/>
              </a:pPr>
              <a:t>13</a:t>
            </a:fld>
            <a:endParaRPr lang="en"/>
          </a:p>
        </p:txBody>
      </p:sp>
      <p:sp>
        <p:nvSpPr>
          <p:cNvPr id="3" name="Title 2"/>
          <p:cNvSpPr>
            <a:spLocks noGrp="1"/>
          </p:cNvSpPr>
          <p:nvPr>
            <p:ph type="title"/>
          </p:nvPr>
        </p:nvSpPr>
        <p:spPr>
          <a:xfrm>
            <a:off x="1375982" y="544416"/>
            <a:ext cx="6266400" cy="572700"/>
          </a:xfrm>
        </p:spPr>
        <p:txBody>
          <a:bodyPr/>
          <a:lstStyle/>
          <a:p>
            <a:pPr algn="ctr"/>
            <a:endParaRPr lang="en-US" u="sng"/>
          </a:p>
        </p:txBody>
      </p:sp>
      <p:sp>
        <p:nvSpPr>
          <p:cNvPr id="4" name="Subtitle 3"/>
          <p:cNvSpPr>
            <a:spLocks noGrp="1"/>
          </p:cNvSpPr>
          <p:nvPr>
            <p:ph type="subTitle" idx="1"/>
          </p:nvPr>
        </p:nvSpPr>
        <p:spPr>
          <a:xfrm>
            <a:off x="720000" y="1347250"/>
            <a:ext cx="7688504" cy="3173400"/>
          </a:xfrm>
        </p:spPr>
        <p:txBody>
          <a:bodyPr/>
          <a:lstStyle/>
          <a:p>
            <a:pPr marL="139700" indent="0">
              <a:buNone/>
            </a:pPr>
            <a:endParaRPr lang="en-US"/>
          </a:p>
        </p:txBody>
      </p:sp>
      <p:pic>
        <p:nvPicPr>
          <p:cNvPr id="6" name="Picture 5">
            <a:extLst>
              <a:ext uri="{FF2B5EF4-FFF2-40B4-BE49-F238E27FC236}">
                <a16:creationId xmlns:a16="http://schemas.microsoft.com/office/drawing/2014/main" id="{2128D737-3257-D1B0-A044-E87F093B2F81}"/>
              </a:ext>
            </a:extLst>
          </p:cNvPr>
          <p:cNvPicPr>
            <a:picLocks noChangeAspect="1"/>
          </p:cNvPicPr>
          <p:nvPr/>
        </p:nvPicPr>
        <p:blipFill>
          <a:blip r:embed="rId2"/>
          <a:stretch>
            <a:fillRect/>
          </a:stretch>
        </p:blipFill>
        <p:spPr>
          <a:xfrm>
            <a:off x="139148" y="145774"/>
            <a:ext cx="8865704" cy="4870174"/>
          </a:xfrm>
          <a:prstGeom prst="rect">
            <a:avLst/>
          </a:prstGeom>
        </p:spPr>
      </p:pic>
    </p:spTree>
  </p:cSld>
  <p:clrMapOvr>
    <a:masterClrMapping/>
  </p:clrMapOvr>
</p:sld>
</file>

<file path=ppt/theme/theme1.xml><?xml version="1.0" encoding="utf-8"?>
<a:theme xmlns:a="http://schemas.openxmlformats.org/drawingml/2006/main" name="Elegant Bachelor Thesis by Slidesgo">
  <a:themeElements>
    <a:clrScheme name="Simple Light">
      <a:dk1>
        <a:srgbClr val="5C5C5F"/>
      </a:dk1>
      <a:lt1>
        <a:srgbClr val="D8CEC9"/>
      </a:lt1>
      <a:dk2>
        <a:srgbClr val="927C71"/>
      </a:dk2>
      <a:lt2>
        <a:srgbClr val="FAFAFA"/>
      </a:lt2>
      <a:accent1>
        <a:srgbClr val="C99A7D"/>
      </a:accent1>
      <a:accent2>
        <a:srgbClr val="FFFFFF"/>
      </a:accent2>
      <a:accent3>
        <a:srgbClr val="FFFFFF"/>
      </a:accent3>
      <a:accent4>
        <a:srgbClr val="FFFFFF"/>
      </a:accent4>
      <a:accent5>
        <a:srgbClr val="FFFFFF"/>
      </a:accent5>
      <a:accent6>
        <a:srgbClr val="FFFFFF"/>
      </a:accent6>
      <a:hlink>
        <a:srgbClr val="333333"/>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On-screen Show (16:9)</PresentationFormat>
  <Slides>13</Slides>
  <Notes>8</Notes>
  <HiddenSlides>0</HiddenSlide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Elegant Bachelor Thesis by Slidesgo</vt:lpstr>
      <vt:lpstr>Electricity Markets: Basics and operation</vt:lpstr>
      <vt:lpstr>Introduction</vt:lpstr>
      <vt:lpstr>Market Participants</vt:lpstr>
      <vt:lpstr>PowerPoint Presentation</vt:lpstr>
      <vt:lpstr>Market Models</vt:lpstr>
      <vt:lpstr>Market Types  </vt:lpstr>
      <vt:lpstr>Market Mechanism and Pricing</vt:lpstr>
      <vt:lpstr>Challenges in Electricity Market</vt:lpstr>
      <vt:lpstr>PowerPoint Presentation</vt:lpstr>
      <vt:lpstr>Innovations and Trends</vt:lpstr>
      <vt:lpstr>Future of Electricity Market</vt:lpstr>
      <vt:lpstr>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Electricity Markets</dc:title>
  <dc:creator>Shreeram Kumar</dc:creator>
  <cp:revision>1</cp:revision>
  <dcterms:modified xsi:type="dcterms:W3CDTF">2025-02-18T09:59:09Z</dcterms:modified>
</cp:coreProperties>
</file>